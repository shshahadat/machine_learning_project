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81" r:id="rId2"/>
    <p:sldId id="277" r:id="rId3"/>
    <p:sldId id="278" r:id="rId4"/>
    <p:sldId id="280" r:id="rId5"/>
    <p:sldId id="283" r:id="rId6"/>
    <p:sldId id="284" r:id="rId7"/>
    <p:sldId id="285" r:id="rId8"/>
    <p:sldId id="303" r:id="rId9"/>
    <p:sldId id="299" r:id="rId10"/>
    <p:sldId id="300" r:id="rId11"/>
    <p:sldId id="301" r:id="rId12"/>
    <p:sldId id="302" r:id="rId13"/>
    <p:sldId id="288" r:id="rId14"/>
    <p:sldId id="292" r:id="rId15"/>
    <p:sldId id="298" r:id="rId16"/>
    <p:sldId id="294" r:id="rId17"/>
    <p:sldId id="296" r:id="rId18"/>
  </p:sldIdLst>
  <p:sldSz cx="12188825" cy="6858000"/>
  <p:notesSz cx="6858000" cy="9144000"/>
  <p:defaultTextStyle>
    <a:defPPr>
      <a:defRPr lang="en-US"/>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165"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D9DBA8-B269-4D5F-A8D4-63176DC080A8}" v="393" dt="2023-05-01T16:15:07.496"/>
  </p1510:revLst>
</p1510:revInfo>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5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D. SADI AL HUDA" userId="S::20-43129-1@student.aiub.edu::7a3fa4e6-f07a-4bd8-89e2-b731081d162b" providerId="AD" clId="Web-{41D9DBA8-B269-4D5F-A8D4-63176DC080A8}"/>
    <pc:docChg chg="addSld delSld modSld">
      <pc:chgData name="MD. SADI AL HUDA" userId="S::20-43129-1@student.aiub.edu::7a3fa4e6-f07a-4bd8-89e2-b731081d162b" providerId="AD" clId="Web-{41D9DBA8-B269-4D5F-A8D4-63176DC080A8}" dt="2023-05-01T16:15:07.496" v="317" actId="1076"/>
      <pc:docMkLst>
        <pc:docMk/>
      </pc:docMkLst>
      <pc:sldChg chg="modSp">
        <pc:chgData name="MD. SADI AL HUDA" userId="S::20-43129-1@student.aiub.edu::7a3fa4e6-f07a-4bd8-89e2-b731081d162b" providerId="AD" clId="Web-{41D9DBA8-B269-4D5F-A8D4-63176DC080A8}" dt="2023-05-01T15:51:00.473" v="230" actId="1076"/>
        <pc:sldMkLst>
          <pc:docMk/>
          <pc:sldMk cId="0" sldId="292"/>
        </pc:sldMkLst>
        <pc:spChg chg="mod">
          <ac:chgData name="MD. SADI AL HUDA" userId="S::20-43129-1@student.aiub.edu::7a3fa4e6-f07a-4bd8-89e2-b731081d162b" providerId="AD" clId="Web-{41D9DBA8-B269-4D5F-A8D4-63176DC080A8}" dt="2023-05-01T15:51:00.473" v="230" actId="1076"/>
          <ac:spMkLst>
            <pc:docMk/>
            <pc:sldMk cId="0" sldId="292"/>
            <ac:spMk id="50" creationId="{00000000-0000-0000-0000-000000000000}"/>
          </ac:spMkLst>
        </pc:spChg>
      </pc:sldChg>
      <pc:sldChg chg="modSp del">
        <pc:chgData name="MD. SADI AL HUDA" userId="S::20-43129-1@student.aiub.edu::7a3fa4e6-f07a-4bd8-89e2-b731081d162b" providerId="AD" clId="Web-{41D9DBA8-B269-4D5F-A8D4-63176DC080A8}" dt="2023-05-01T15:48:16.717" v="207"/>
        <pc:sldMkLst>
          <pc:docMk/>
          <pc:sldMk cId="1917219733" sldId="297"/>
        </pc:sldMkLst>
        <pc:spChg chg="mod">
          <ac:chgData name="MD. SADI AL HUDA" userId="S::20-43129-1@student.aiub.edu::7a3fa4e6-f07a-4bd8-89e2-b731081d162b" providerId="AD" clId="Web-{41D9DBA8-B269-4D5F-A8D4-63176DC080A8}" dt="2023-05-01T15:30:55.460" v="12"/>
          <ac:spMkLst>
            <pc:docMk/>
            <pc:sldMk cId="1917219733" sldId="297"/>
            <ac:spMk id="3" creationId="{00000000-0000-0000-0000-000000000000}"/>
          </ac:spMkLst>
        </pc:spChg>
        <pc:spChg chg="mod">
          <ac:chgData name="MD. SADI AL HUDA" userId="S::20-43129-1@student.aiub.edu::7a3fa4e6-f07a-4bd8-89e2-b731081d162b" providerId="AD" clId="Web-{41D9DBA8-B269-4D5F-A8D4-63176DC080A8}" dt="2023-05-01T15:30:55.460" v="13"/>
          <ac:spMkLst>
            <pc:docMk/>
            <pc:sldMk cId="1917219733" sldId="297"/>
            <ac:spMk id="11" creationId="{00000000-0000-0000-0000-000000000000}"/>
          </ac:spMkLst>
        </pc:spChg>
        <pc:spChg chg="mod">
          <ac:chgData name="MD. SADI AL HUDA" userId="S::20-43129-1@student.aiub.edu::7a3fa4e6-f07a-4bd8-89e2-b731081d162b" providerId="AD" clId="Web-{41D9DBA8-B269-4D5F-A8D4-63176DC080A8}" dt="2023-05-01T15:30:55.460" v="10"/>
          <ac:spMkLst>
            <pc:docMk/>
            <pc:sldMk cId="1917219733" sldId="297"/>
            <ac:spMk id="17" creationId="{00000000-0000-0000-0000-000000000000}"/>
          </ac:spMkLst>
        </pc:spChg>
        <pc:spChg chg="mod">
          <ac:chgData name="MD. SADI AL HUDA" userId="S::20-43129-1@student.aiub.edu::7a3fa4e6-f07a-4bd8-89e2-b731081d162b" providerId="AD" clId="Web-{41D9DBA8-B269-4D5F-A8D4-63176DC080A8}" dt="2023-05-01T15:30:55.460" v="8"/>
          <ac:spMkLst>
            <pc:docMk/>
            <pc:sldMk cId="1917219733" sldId="297"/>
            <ac:spMk id="18" creationId="{00000000-0000-0000-0000-000000000000}"/>
          </ac:spMkLst>
        </pc:spChg>
        <pc:spChg chg="mod">
          <ac:chgData name="MD. SADI AL HUDA" userId="S::20-43129-1@student.aiub.edu::7a3fa4e6-f07a-4bd8-89e2-b731081d162b" providerId="AD" clId="Web-{41D9DBA8-B269-4D5F-A8D4-63176DC080A8}" dt="2023-05-01T15:32:49.823" v="19" actId="14100"/>
          <ac:spMkLst>
            <pc:docMk/>
            <pc:sldMk cId="1917219733" sldId="297"/>
            <ac:spMk id="21" creationId="{00000000-0000-0000-0000-000000000000}"/>
          </ac:spMkLst>
        </pc:spChg>
        <pc:spChg chg="mod">
          <ac:chgData name="MD. SADI AL HUDA" userId="S::20-43129-1@student.aiub.edu::7a3fa4e6-f07a-4bd8-89e2-b731081d162b" providerId="AD" clId="Web-{41D9DBA8-B269-4D5F-A8D4-63176DC080A8}" dt="2023-05-01T15:30:55.460" v="11"/>
          <ac:spMkLst>
            <pc:docMk/>
            <pc:sldMk cId="1917219733" sldId="297"/>
            <ac:spMk id="35" creationId="{00000000-0000-0000-0000-000000000000}"/>
          </ac:spMkLst>
        </pc:spChg>
        <pc:spChg chg="mod">
          <ac:chgData name="MD. SADI AL HUDA" userId="S::20-43129-1@student.aiub.edu::7a3fa4e6-f07a-4bd8-89e2-b731081d162b" providerId="AD" clId="Web-{41D9DBA8-B269-4D5F-A8D4-63176DC080A8}" dt="2023-05-01T15:30:55.460" v="9"/>
          <ac:spMkLst>
            <pc:docMk/>
            <pc:sldMk cId="1917219733" sldId="297"/>
            <ac:spMk id="36" creationId="{00000000-0000-0000-0000-000000000000}"/>
          </ac:spMkLst>
        </pc:spChg>
        <pc:spChg chg="mod">
          <ac:chgData name="MD. SADI AL HUDA" userId="S::20-43129-1@student.aiub.edu::7a3fa4e6-f07a-4bd8-89e2-b731081d162b" providerId="AD" clId="Web-{41D9DBA8-B269-4D5F-A8D4-63176DC080A8}" dt="2023-05-01T15:30:55.460" v="7"/>
          <ac:spMkLst>
            <pc:docMk/>
            <pc:sldMk cId="1917219733" sldId="297"/>
            <ac:spMk id="37" creationId="{00000000-0000-0000-0000-000000000000}"/>
          </ac:spMkLst>
        </pc:spChg>
        <pc:spChg chg="mod">
          <ac:chgData name="MD. SADI AL HUDA" userId="S::20-43129-1@student.aiub.edu::7a3fa4e6-f07a-4bd8-89e2-b731081d162b" providerId="AD" clId="Web-{41D9DBA8-B269-4D5F-A8D4-63176DC080A8}" dt="2023-05-01T15:31:42.055" v="18" actId="14100"/>
          <ac:spMkLst>
            <pc:docMk/>
            <pc:sldMk cId="1917219733" sldId="297"/>
            <ac:spMk id="38" creationId="{00000000-0000-0000-0000-000000000000}"/>
          </ac:spMkLst>
        </pc:spChg>
      </pc:sldChg>
      <pc:sldChg chg="addSp delSp add del replId">
        <pc:chgData name="MD. SADI AL HUDA" userId="S::20-43129-1@student.aiub.edu::7a3fa4e6-f07a-4bd8-89e2-b731081d162b" providerId="AD" clId="Web-{41D9DBA8-B269-4D5F-A8D4-63176DC080A8}" dt="2023-05-01T15:33:32.091" v="45"/>
        <pc:sldMkLst>
          <pc:docMk/>
          <pc:sldMk cId="2005831781" sldId="299"/>
        </pc:sldMkLst>
        <pc:spChg chg="add del">
          <ac:chgData name="MD. SADI AL HUDA" userId="S::20-43129-1@student.aiub.edu::7a3fa4e6-f07a-4bd8-89e2-b731081d162b" providerId="AD" clId="Web-{41D9DBA8-B269-4D5F-A8D4-63176DC080A8}" dt="2023-05-01T15:33:30.169" v="34"/>
          <ac:spMkLst>
            <pc:docMk/>
            <pc:sldMk cId="2005831781" sldId="299"/>
            <ac:spMk id="3" creationId="{00000000-0000-0000-0000-000000000000}"/>
          </ac:spMkLst>
        </pc:spChg>
        <pc:spChg chg="add del">
          <ac:chgData name="MD. SADI AL HUDA" userId="S::20-43129-1@student.aiub.edu::7a3fa4e6-f07a-4bd8-89e2-b731081d162b" providerId="AD" clId="Web-{41D9DBA8-B269-4D5F-A8D4-63176DC080A8}" dt="2023-05-01T15:33:30.169" v="35"/>
          <ac:spMkLst>
            <pc:docMk/>
            <pc:sldMk cId="2005831781" sldId="299"/>
            <ac:spMk id="5" creationId="{00000000-0000-0000-0000-000000000000}"/>
          </ac:spMkLst>
        </pc:spChg>
        <pc:spChg chg="add del">
          <ac:chgData name="MD. SADI AL HUDA" userId="S::20-43129-1@student.aiub.edu::7a3fa4e6-f07a-4bd8-89e2-b731081d162b" providerId="AD" clId="Web-{41D9DBA8-B269-4D5F-A8D4-63176DC080A8}" dt="2023-05-01T15:33:30.169" v="33"/>
          <ac:spMkLst>
            <pc:docMk/>
            <pc:sldMk cId="2005831781" sldId="299"/>
            <ac:spMk id="11" creationId="{00000000-0000-0000-0000-000000000000}"/>
          </ac:spMkLst>
        </pc:spChg>
        <pc:spChg chg="add del">
          <ac:chgData name="MD. SADI AL HUDA" userId="S::20-43129-1@student.aiub.edu::7a3fa4e6-f07a-4bd8-89e2-b731081d162b" providerId="AD" clId="Web-{41D9DBA8-B269-4D5F-A8D4-63176DC080A8}" dt="2023-05-01T15:33:30.169" v="37"/>
          <ac:spMkLst>
            <pc:docMk/>
            <pc:sldMk cId="2005831781" sldId="299"/>
            <ac:spMk id="17" creationId="{00000000-0000-0000-0000-000000000000}"/>
          </ac:spMkLst>
        </pc:spChg>
        <pc:spChg chg="add del">
          <ac:chgData name="MD. SADI AL HUDA" userId="S::20-43129-1@student.aiub.edu::7a3fa4e6-f07a-4bd8-89e2-b731081d162b" providerId="AD" clId="Web-{41D9DBA8-B269-4D5F-A8D4-63176DC080A8}" dt="2023-05-01T15:33:30.169" v="40"/>
          <ac:spMkLst>
            <pc:docMk/>
            <pc:sldMk cId="2005831781" sldId="299"/>
            <ac:spMk id="18" creationId="{00000000-0000-0000-0000-000000000000}"/>
          </ac:spMkLst>
        </pc:spChg>
        <pc:spChg chg="add del">
          <ac:chgData name="MD. SADI AL HUDA" userId="S::20-43129-1@student.aiub.edu::7a3fa4e6-f07a-4bd8-89e2-b731081d162b" providerId="AD" clId="Web-{41D9DBA8-B269-4D5F-A8D4-63176DC080A8}" dt="2023-05-01T15:33:30.169" v="38"/>
          <ac:spMkLst>
            <pc:docMk/>
            <pc:sldMk cId="2005831781" sldId="299"/>
            <ac:spMk id="21" creationId="{00000000-0000-0000-0000-000000000000}"/>
          </ac:spMkLst>
        </pc:spChg>
        <pc:spChg chg="add del">
          <ac:chgData name="MD. SADI AL HUDA" userId="S::20-43129-1@student.aiub.edu::7a3fa4e6-f07a-4bd8-89e2-b731081d162b" providerId="AD" clId="Web-{41D9DBA8-B269-4D5F-A8D4-63176DC080A8}" dt="2023-05-01T15:33:30.169" v="41"/>
          <ac:spMkLst>
            <pc:docMk/>
            <pc:sldMk cId="2005831781" sldId="299"/>
            <ac:spMk id="22" creationId="{00000000-0000-0000-0000-000000000000}"/>
          </ac:spMkLst>
        </pc:spChg>
        <pc:spChg chg="add del">
          <ac:chgData name="MD. SADI AL HUDA" userId="S::20-43129-1@student.aiub.edu::7a3fa4e6-f07a-4bd8-89e2-b731081d162b" providerId="AD" clId="Web-{41D9DBA8-B269-4D5F-A8D4-63176DC080A8}" dt="2023-05-01T15:33:30.169" v="36"/>
          <ac:spMkLst>
            <pc:docMk/>
            <pc:sldMk cId="2005831781" sldId="299"/>
            <ac:spMk id="35" creationId="{00000000-0000-0000-0000-000000000000}"/>
          </ac:spMkLst>
        </pc:spChg>
        <pc:spChg chg="add del">
          <ac:chgData name="MD. SADI AL HUDA" userId="S::20-43129-1@student.aiub.edu::7a3fa4e6-f07a-4bd8-89e2-b731081d162b" providerId="AD" clId="Web-{41D9DBA8-B269-4D5F-A8D4-63176DC080A8}" dt="2023-05-01T15:33:30.169" v="39"/>
          <ac:spMkLst>
            <pc:docMk/>
            <pc:sldMk cId="2005831781" sldId="299"/>
            <ac:spMk id="36" creationId="{00000000-0000-0000-0000-000000000000}"/>
          </ac:spMkLst>
        </pc:spChg>
        <pc:spChg chg="add del">
          <ac:chgData name="MD. SADI AL HUDA" userId="S::20-43129-1@student.aiub.edu::7a3fa4e6-f07a-4bd8-89e2-b731081d162b" providerId="AD" clId="Web-{41D9DBA8-B269-4D5F-A8D4-63176DC080A8}" dt="2023-05-01T15:33:30.169" v="42"/>
          <ac:spMkLst>
            <pc:docMk/>
            <pc:sldMk cId="2005831781" sldId="299"/>
            <ac:spMk id="37" creationId="{00000000-0000-0000-0000-000000000000}"/>
          </ac:spMkLst>
        </pc:spChg>
        <pc:spChg chg="add del">
          <ac:chgData name="MD. SADI AL HUDA" userId="S::20-43129-1@student.aiub.edu::7a3fa4e6-f07a-4bd8-89e2-b731081d162b" providerId="AD" clId="Web-{41D9DBA8-B269-4D5F-A8D4-63176DC080A8}" dt="2023-05-01T15:33:30.169" v="43"/>
          <ac:spMkLst>
            <pc:docMk/>
            <pc:sldMk cId="2005831781" sldId="299"/>
            <ac:spMk id="38" creationId="{00000000-0000-0000-0000-000000000000}"/>
          </ac:spMkLst>
        </pc:spChg>
        <pc:spChg chg="add del">
          <ac:chgData name="MD. SADI AL HUDA" userId="S::20-43129-1@student.aiub.edu::7a3fa4e6-f07a-4bd8-89e2-b731081d162b" providerId="AD" clId="Web-{41D9DBA8-B269-4D5F-A8D4-63176DC080A8}" dt="2023-05-01T15:33:30.169" v="44"/>
          <ac:spMkLst>
            <pc:docMk/>
            <pc:sldMk cId="2005831781" sldId="299"/>
            <ac:spMk id="39" creationId="{00000000-0000-0000-0000-000000000000}"/>
          </ac:spMkLst>
        </pc:spChg>
      </pc:sldChg>
      <pc:sldChg chg="addSp delSp modSp add replId">
        <pc:chgData name="MD. SADI AL HUDA" userId="S::20-43129-1@student.aiub.edu::7a3fa4e6-f07a-4bd8-89e2-b731081d162b" providerId="AD" clId="Web-{41D9DBA8-B269-4D5F-A8D4-63176DC080A8}" dt="2023-05-01T16:02:55.531" v="254" actId="1076"/>
        <pc:sldMkLst>
          <pc:docMk/>
          <pc:sldMk cId="3585801374" sldId="299"/>
        </pc:sldMkLst>
        <pc:spChg chg="del">
          <ac:chgData name="MD. SADI AL HUDA" userId="S::20-43129-1@student.aiub.edu::7a3fa4e6-f07a-4bd8-89e2-b731081d162b" providerId="AD" clId="Web-{41D9DBA8-B269-4D5F-A8D4-63176DC080A8}" dt="2023-05-01T15:33:51.591" v="57"/>
          <ac:spMkLst>
            <pc:docMk/>
            <pc:sldMk cId="3585801374" sldId="299"/>
            <ac:spMk id="3" creationId="{00000000-0000-0000-0000-000000000000}"/>
          </ac:spMkLst>
        </pc:spChg>
        <pc:spChg chg="del">
          <ac:chgData name="MD. SADI AL HUDA" userId="S::20-43129-1@student.aiub.edu::7a3fa4e6-f07a-4bd8-89e2-b731081d162b" providerId="AD" clId="Web-{41D9DBA8-B269-4D5F-A8D4-63176DC080A8}" dt="2023-05-01T15:33:51.591" v="56"/>
          <ac:spMkLst>
            <pc:docMk/>
            <pc:sldMk cId="3585801374" sldId="299"/>
            <ac:spMk id="5" creationId="{00000000-0000-0000-0000-000000000000}"/>
          </ac:spMkLst>
        </pc:spChg>
        <pc:spChg chg="add mod">
          <ac:chgData name="MD. SADI AL HUDA" userId="S::20-43129-1@student.aiub.edu::7a3fa4e6-f07a-4bd8-89e2-b731081d162b" providerId="AD" clId="Web-{41D9DBA8-B269-4D5F-A8D4-63176DC080A8}" dt="2023-05-01T16:01:06.371" v="243"/>
          <ac:spMkLst>
            <pc:docMk/>
            <pc:sldMk cId="3585801374" sldId="299"/>
            <ac:spMk id="9" creationId="{CA991B2B-DBF3-59B1-A18B-B371998E11E5}"/>
          </ac:spMkLst>
        </pc:spChg>
        <pc:spChg chg="add mod">
          <ac:chgData name="MD. SADI AL HUDA" userId="S::20-43129-1@student.aiub.edu::7a3fa4e6-f07a-4bd8-89e2-b731081d162b" providerId="AD" clId="Web-{41D9DBA8-B269-4D5F-A8D4-63176DC080A8}" dt="2023-05-01T16:02:55.531" v="254" actId="1076"/>
          <ac:spMkLst>
            <pc:docMk/>
            <pc:sldMk cId="3585801374" sldId="299"/>
            <ac:spMk id="10" creationId="{CD8EC816-6779-99BA-9495-63AE32C4110B}"/>
          </ac:spMkLst>
        </pc:spChg>
        <pc:spChg chg="del">
          <ac:chgData name="MD. SADI AL HUDA" userId="S::20-43129-1@student.aiub.edu::7a3fa4e6-f07a-4bd8-89e2-b731081d162b" providerId="AD" clId="Web-{41D9DBA8-B269-4D5F-A8D4-63176DC080A8}" dt="2023-05-01T15:33:51.591" v="58"/>
          <ac:spMkLst>
            <pc:docMk/>
            <pc:sldMk cId="3585801374" sldId="299"/>
            <ac:spMk id="11" creationId="{00000000-0000-0000-0000-000000000000}"/>
          </ac:spMkLst>
        </pc:spChg>
        <pc:spChg chg="del">
          <ac:chgData name="MD. SADI AL HUDA" userId="S::20-43129-1@student.aiub.edu::7a3fa4e6-f07a-4bd8-89e2-b731081d162b" providerId="AD" clId="Web-{41D9DBA8-B269-4D5F-A8D4-63176DC080A8}" dt="2023-05-01T15:33:51.591" v="54"/>
          <ac:spMkLst>
            <pc:docMk/>
            <pc:sldMk cId="3585801374" sldId="299"/>
            <ac:spMk id="17" creationId="{00000000-0000-0000-0000-000000000000}"/>
          </ac:spMkLst>
        </pc:spChg>
        <pc:spChg chg="del">
          <ac:chgData name="MD. SADI AL HUDA" userId="S::20-43129-1@student.aiub.edu::7a3fa4e6-f07a-4bd8-89e2-b731081d162b" providerId="AD" clId="Web-{41D9DBA8-B269-4D5F-A8D4-63176DC080A8}" dt="2023-05-01T15:33:51.591" v="51"/>
          <ac:spMkLst>
            <pc:docMk/>
            <pc:sldMk cId="3585801374" sldId="299"/>
            <ac:spMk id="18" creationId="{00000000-0000-0000-0000-000000000000}"/>
          </ac:spMkLst>
        </pc:spChg>
        <pc:spChg chg="del">
          <ac:chgData name="MD. SADI AL HUDA" userId="S::20-43129-1@student.aiub.edu::7a3fa4e6-f07a-4bd8-89e2-b731081d162b" providerId="AD" clId="Web-{41D9DBA8-B269-4D5F-A8D4-63176DC080A8}" dt="2023-05-01T15:33:51.591" v="53"/>
          <ac:spMkLst>
            <pc:docMk/>
            <pc:sldMk cId="3585801374" sldId="299"/>
            <ac:spMk id="21" creationId="{00000000-0000-0000-0000-000000000000}"/>
          </ac:spMkLst>
        </pc:spChg>
        <pc:spChg chg="del">
          <ac:chgData name="MD. SADI AL HUDA" userId="S::20-43129-1@student.aiub.edu::7a3fa4e6-f07a-4bd8-89e2-b731081d162b" providerId="AD" clId="Web-{41D9DBA8-B269-4D5F-A8D4-63176DC080A8}" dt="2023-05-01T15:33:51.591" v="50"/>
          <ac:spMkLst>
            <pc:docMk/>
            <pc:sldMk cId="3585801374" sldId="299"/>
            <ac:spMk id="22" creationId="{00000000-0000-0000-0000-000000000000}"/>
          </ac:spMkLst>
        </pc:spChg>
        <pc:spChg chg="del">
          <ac:chgData name="MD. SADI AL HUDA" userId="S::20-43129-1@student.aiub.edu::7a3fa4e6-f07a-4bd8-89e2-b731081d162b" providerId="AD" clId="Web-{41D9DBA8-B269-4D5F-A8D4-63176DC080A8}" dt="2023-05-01T15:33:51.591" v="55"/>
          <ac:spMkLst>
            <pc:docMk/>
            <pc:sldMk cId="3585801374" sldId="299"/>
            <ac:spMk id="35" creationId="{00000000-0000-0000-0000-000000000000}"/>
          </ac:spMkLst>
        </pc:spChg>
        <pc:spChg chg="del">
          <ac:chgData name="MD. SADI AL HUDA" userId="S::20-43129-1@student.aiub.edu::7a3fa4e6-f07a-4bd8-89e2-b731081d162b" providerId="AD" clId="Web-{41D9DBA8-B269-4D5F-A8D4-63176DC080A8}" dt="2023-05-01T15:33:51.591" v="52"/>
          <ac:spMkLst>
            <pc:docMk/>
            <pc:sldMk cId="3585801374" sldId="299"/>
            <ac:spMk id="36" creationId="{00000000-0000-0000-0000-000000000000}"/>
          </ac:spMkLst>
        </pc:spChg>
        <pc:spChg chg="del">
          <ac:chgData name="MD. SADI AL HUDA" userId="S::20-43129-1@student.aiub.edu::7a3fa4e6-f07a-4bd8-89e2-b731081d162b" providerId="AD" clId="Web-{41D9DBA8-B269-4D5F-A8D4-63176DC080A8}" dt="2023-05-01T15:33:51.591" v="49"/>
          <ac:spMkLst>
            <pc:docMk/>
            <pc:sldMk cId="3585801374" sldId="299"/>
            <ac:spMk id="37" creationId="{00000000-0000-0000-0000-000000000000}"/>
          </ac:spMkLst>
        </pc:spChg>
        <pc:spChg chg="del">
          <ac:chgData name="MD. SADI AL HUDA" userId="S::20-43129-1@student.aiub.edu::7a3fa4e6-f07a-4bd8-89e2-b731081d162b" providerId="AD" clId="Web-{41D9DBA8-B269-4D5F-A8D4-63176DC080A8}" dt="2023-05-01T15:33:51.591" v="48"/>
          <ac:spMkLst>
            <pc:docMk/>
            <pc:sldMk cId="3585801374" sldId="299"/>
            <ac:spMk id="38" creationId="{00000000-0000-0000-0000-000000000000}"/>
          </ac:spMkLst>
        </pc:spChg>
        <pc:spChg chg="del">
          <ac:chgData name="MD. SADI AL HUDA" userId="S::20-43129-1@student.aiub.edu::7a3fa4e6-f07a-4bd8-89e2-b731081d162b" providerId="AD" clId="Web-{41D9DBA8-B269-4D5F-A8D4-63176DC080A8}" dt="2023-05-01T15:33:51.591" v="47"/>
          <ac:spMkLst>
            <pc:docMk/>
            <pc:sldMk cId="3585801374" sldId="299"/>
            <ac:spMk id="39" creationId="{00000000-0000-0000-0000-000000000000}"/>
          </ac:spMkLst>
        </pc:spChg>
        <pc:picChg chg="add mod">
          <ac:chgData name="MD. SADI AL HUDA" userId="S::20-43129-1@student.aiub.edu::7a3fa4e6-f07a-4bd8-89e2-b731081d162b" providerId="AD" clId="Web-{41D9DBA8-B269-4D5F-A8D4-63176DC080A8}" dt="2023-05-01T15:49:56.080" v="228" actId="14100"/>
          <ac:picMkLst>
            <pc:docMk/>
            <pc:sldMk cId="3585801374" sldId="299"/>
            <ac:picMk id="4" creationId="{D735E6F2-2838-0734-1052-A3174740E6FC}"/>
          </ac:picMkLst>
        </pc:picChg>
        <pc:picChg chg="add mod">
          <ac:chgData name="MD. SADI AL HUDA" userId="S::20-43129-1@student.aiub.edu::7a3fa4e6-f07a-4bd8-89e2-b731081d162b" providerId="AD" clId="Web-{41D9DBA8-B269-4D5F-A8D4-63176DC080A8}" dt="2023-05-01T15:49:49.408" v="226" actId="1076"/>
          <ac:picMkLst>
            <pc:docMk/>
            <pc:sldMk cId="3585801374" sldId="299"/>
            <ac:picMk id="6" creationId="{5CEB47B2-AEEA-1CD0-FA80-590A4808EF63}"/>
          </ac:picMkLst>
        </pc:picChg>
        <pc:picChg chg="add del mod">
          <ac:chgData name="MD. SADI AL HUDA" userId="S::20-43129-1@student.aiub.edu::7a3fa4e6-f07a-4bd8-89e2-b731081d162b" providerId="AD" clId="Web-{41D9DBA8-B269-4D5F-A8D4-63176DC080A8}" dt="2023-05-01T15:39:04.447" v="83"/>
          <ac:picMkLst>
            <pc:docMk/>
            <pc:sldMk cId="3585801374" sldId="299"/>
            <ac:picMk id="7" creationId="{D96D8AD2-8A73-91ED-5255-B384A42B0771}"/>
          </ac:picMkLst>
        </pc:picChg>
      </pc:sldChg>
      <pc:sldChg chg="addSp delSp modSp add replId">
        <pc:chgData name="MD. SADI AL HUDA" userId="S::20-43129-1@student.aiub.edu::7a3fa4e6-f07a-4bd8-89e2-b731081d162b" providerId="AD" clId="Web-{41D9DBA8-B269-4D5F-A8D4-63176DC080A8}" dt="2023-05-01T16:05:06.520" v="275" actId="1076"/>
        <pc:sldMkLst>
          <pc:docMk/>
          <pc:sldMk cId="3368906248" sldId="300"/>
        </pc:sldMkLst>
        <pc:spChg chg="mod">
          <ac:chgData name="MD. SADI AL HUDA" userId="S::20-43129-1@student.aiub.edu::7a3fa4e6-f07a-4bd8-89e2-b731081d162b" providerId="AD" clId="Web-{41D9DBA8-B269-4D5F-A8D4-63176DC080A8}" dt="2023-05-01T16:04:54.145" v="272" actId="1076"/>
          <ac:spMkLst>
            <pc:docMk/>
            <pc:sldMk cId="3368906248" sldId="300"/>
            <ac:spMk id="9" creationId="{CA991B2B-DBF3-59B1-A18B-B371998E11E5}"/>
          </ac:spMkLst>
        </pc:spChg>
        <pc:spChg chg="del mod">
          <ac:chgData name="MD. SADI AL HUDA" userId="S::20-43129-1@student.aiub.edu::7a3fa4e6-f07a-4bd8-89e2-b731081d162b" providerId="AD" clId="Web-{41D9DBA8-B269-4D5F-A8D4-63176DC080A8}" dt="2023-05-01T15:41:55.234" v="104"/>
          <ac:spMkLst>
            <pc:docMk/>
            <pc:sldMk cId="3368906248" sldId="300"/>
            <ac:spMk id="10" creationId="{CD8EC816-6779-99BA-9495-63AE32C4110B}"/>
          </ac:spMkLst>
        </pc:spChg>
        <pc:picChg chg="add mod">
          <ac:chgData name="MD. SADI AL HUDA" userId="S::20-43129-1@student.aiub.edu::7a3fa4e6-f07a-4bd8-89e2-b731081d162b" providerId="AD" clId="Web-{41D9DBA8-B269-4D5F-A8D4-63176DC080A8}" dt="2023-05-01T16:05:06.520" v="275" actId="1076"/>
          <ac:picMkLst>
            <pc:docMk/>
            <pc:sldMk cId="3368906248" sldId="300"/>
            <ac:picMk id="3" creationId="{6357D70F-8DB7-642E-4176-BDA32BA843AF}"/>
          </ac:picMkLst>
        </pc:picChg>
        <pc:picChg chg="del">
          <ac:chgData name="MD. SADI AL HUDA" userId="S::20-43129-1@student.aiub.edu::7a3fa4e6-f07a-4bd8-89e2-b731081d162b" providerId="AD" clId="Web-{41D9DBA8-B269-4D5F-A8D4-63176DC080A8}" dt="2023-05-01T15:41:09.639" v="95"/>
          <ac:picMkLst>
            <pc:docMk/>
            <pc:sldMk cId="3368906248" sldId="300"/>
            <ac:picMk id="4" creationId="{D735E6F2-2838-0734-1052-A3174740E6FC}"/>
          </ac:picMkLst>
        </pc:picChg>
        <pc:picChg chg="del">
          <ac:chgData name="MD. SADI AL HUDA" userId="S::20-43129-1@student.aiub.edu::7a3fa4e6-f07a-4bd8-89e2-b731081d162b" providerId="AD" clId="Web-{41D9DBA8-B269-4D5F-A8D4-63176DC080A8}" dt="2023-05-01T15:41:09.951" v="96"/>
          <ac:picMkLst>
            <pc:docMk/>
            <pc:sldMk cId="3368906248" sldId="300"/>
            <ac:picMk id="6" creationId="{5CEB47B2-AEEA-1CD0-FA80-590A4808EF63}"/>
          </ac:picMkLst>
        </pc:picChg>
      </pc:sldChg>
      <pc:sldChg chg="addSp delSp modSp add mod replId setBg">
        <pc:chgData name="MD. SADI AL HUDA" userId="S::20-43129-1@student.aiub.edu::7a3fa4e6-f07a-4bd8-89e2-b731081d162b" providerId="AD" clId="Web-{41D9DBA8-B269-4D5F-A8D4-63176DC080A8}" dt="2023-05-01T16:14:58.464" v="315" actId="1076"/>
        <pc:sldMkLst>
          <pc:docMk/>
          <pc:sldMk cId="2915365218" sldId="301"/>
        </pc:sldMkLst>
        <pc:spChg chg="mod">
          <ac:chgData name="MD. SADI AL HUDA" userId="S::20-43129-1@student.aiub.edu::7a3fa4e6-f07a-4bd8-89e2-b731081d162b" providerId="AD" clId="Web-{41D9DBA8-B269-4D5F-A8D4-63176DC080A8}" dt="2023-05-01T15:43:08.503" v="108"/>
          <ac:spMkLst>
            <pc:docMk/>
            <pc:sldMk cId="2915365218" sldId="301"/>
            <ac:spMk id="2" creationId="{00000000-0000-0000-0000-000000000000}"/>
          </ac:spMkLst>
        </pc:spChg>
        <pc:spChg chg="mod">
          <ac:chgData name="MD. SADI AL HUDA" userId="S::20-43129-1@student.aiub.edu::7a3fa4e6-f07a-4bd8-89e2-b731081d162b" providerId="AD" clId="Web-{41D9DBA8-B269-4D5F-A8D4-63176DC080A8}" dt="2023-05-01T16:07:36.635" v="286" actId="20577"/>
          <ac:spMkLst>
            <pc:docMk/>
            <pc:sldMk cId="2915365218" sldId="301"/>
            <ac:spMk id="9" creationId="{CA991B2B-DBF3-59B1-A18B-B371998E11E5}"/>
          </ac:spMkLst>
        </pc:spChg>
        <pc:spChg chg="mod">
          <ac:chgData name="MD. SADI AL HUDA" userId="S::20-43129-1@student.aiub.edu::7a3fa4e6-f07a-4bd8-89e2-b731081d162b" providerId="AD" clId="Web-{41D9DBA8-B269-4D5F-A8D4-63176DC080A8}" dt="2023-05-01T16:10:06.469" v="298" actId="1076"/>
          <ac:spMkLst>
            <pc:docMk/>
            <pc:sldMk cId="2915365218" sldId="301"/>
            <ac:spMk id="10" creationId="{CD8EC816-6779-99BA-9495-63AE32C4110B}"/>
          </ac:spMkLst>
        </pc:spChg>
        <pc:spChg chg="mod">
          <ac:chgData name="MD. SADI AL HUDA" userId="S::20-43129-1@student.aiub.edu::7a3fa4e6-f07a-4bd8-89e2-b731081d162b" providerId="AD" clId="Web-{41D9DBA8-B269-4D5F-A8D4-63176DC080A8}" dt="2023-05-01T15:43:08.503" v="108"/>
          <ac:spMkLst>
            <pc:docMk/>
            <pc:sldMk cId="2915365218" sldId="301"/>
            <ac:spMk id="23" creationId="{00000000-0000-0000-0000-000000000000}"/>
          </ac:spMkLst>
        </pc:spChg>
        <pc:spChg chg="add del">
          <ac:chgData name="MD. SADI AL HUDA" userId="S::20-43129-1@student.aiub.edu::7a3fa4e6-f07a-4bd8-89e2-b731081d162b" providerId="AD" clId="Web-{41D9DBA8-B269-4D5F-A8D4-63176DC080A8}" dt="2023-05-01T15:43:08.503" v="108"/>
          <ac:spMkLst>
            <pc:docMk/>
            <pc:sldMk cId="2915365218" sldId="301"/>
            <ac:spMk id="28" creationId="{53B021B3-DE93-4AB7-8A18-CF5F1CED88B8}"/>
          </ac:spMkLst>
        </pc:spChg>
        <pc:spChg chg="add del">
          <ac:chgData name="MD. SADI AL HUDA" userId="S::20-43129-1@student.aiub.edu::7a3fa4e6-f07a-4bd8-89e2-b731081d162b" providerId="AD" clId="Web-{41D9DBA8-B269-4D5F-A8D4-63176DC080A8}" dt="2023-05-01T15:43:08.503" v="108"/>
          <ac:spMkLst>
            <pc:docMk/>
            <pc:sldMk cId="2915365218" sldId="301"/>
            <ac:spMk id="30" creationId="{52D502E5-F6B4-4D58-B4AE-FC466FF15EE8}"/>
          </ac:spMkLst>
        </pc:spChg>
        <pc:spChg chg="add del">
          <ac:chgData name="MD. SADI AL HUDA" userId="S::20-43129-1@student.aiub.edu::7a3fa4e6-f07a-4bd8-89e2-b731081d162b" providerId="AD" clId="Web-{41D9DBA8-B269-4D5F-A8D4-63176DC080A8}" dt="2023-05-01T15:43:08.503" v="108"/>
          <ac:spMkLst>
            <pc:docMk/>
            <pc:sldMk cId="2915365218" sldId="301"/>
            <ac:spMk id="32" creationId="{9DECDBF4-02B6-4BB4-B65B-B8107AD6A9E8}"/>
          </ac:spMkLst>
        </pc:spChg>
        <pc:picChg chg="add mod">
          <ac:chgData name="MD. SADI AL HUDA" userId="S::20-43129-1@student.aiub.edu::7a3fa4e6-f07a-4bd8-89e2-b731081d162b" providerId="AD" clId="Web-{41D9DBA8-B269-4D5F-A8D4-63176DC080A8}" dt="2023-05-01T16:14:58.464" v="315" actId="1076"/>
          <ac:picMkLst>
            <pc:docMk/>
            <pc:sldMk cId="2915365218" sldId="301"/>
            <ac:picMk id="3" creationId="{A134EFEC-C4D8-854D-7156-DBB5FE63BC77}"/>
          </ac:picMkLst>
        </pc:picChg>
        <pc:picChg chg="del mod">
          <ac:chgData name="MD. SADI AL HUDA" userId="S::20-43129-1@student.aiub.edu::7a3fa4e6-f07a-4bd8-89e2-b731081d162b" providerId="AD" clId="Web-{41D9DBA8-B269-4D5F-A8D4-63176DC080A8}" dt="2023-05-01T15:43:13.331" v="109"/>
          <ac:picMkLst>
            <pc:docMk/>
            <pc:sldMk cId="2915365218" sldId="301"/>
            <ac:picMk id="4" creationId="{D735E6F2-2838-0734-1052-A3174740E6FC}"/>
          </ac:picMkLst>
        </pc:picChg>
        <pc:picChg chg="add mod">
          <ac:chgData name="MD. SADI AL HUDA" userId="S::20-43129-1@student.aiub.edu::7a3fa4e6-f07a-4bd8-89e2-b731081d162b" providerId="AD" clId="Web-{41D9DBA8-B269-4D5F-A8D4-63176DC080A8}" dt="2023-05-01T16:09:53.812" v="296" actId="1076"/>
          <ac:picMkLst>
            <pc:docMk/>
            <pc:sldMk cId="2915365218" sldId="301"/>
            <ac:picMk id="5" creationId="{06EA93F4-C4B5-8BDD-1A23-2D13F46E8EED}"/>
          </ac:picMkLst>
        </pc:picChg>
        <pc:picChg chg="del mod">
          <ac:chgData name="MD. SADI AL HUDA" userId="S::20-43129-1@student.aiub.edu::7a3fa4e6-f07a-4bd8-89e2-b731081d162b" providerId="AD" clId="Web-{41D9DBA8-B269-4D5F-A8D4-63176DC080A8}" dt="2023-05-01T15:44:02.442" v="117"/>
          <ac:picMkLst>
            <pc:docMk/>
            <pc:sldMk cId="2915365218" sldId="301"/>
            <ac:picMk id="6" creationId="{5CEB47B2-AEEA-1CD0-FA80-590A4808EF63}"/>
          </ac:picMkLst>
        </pc:picChg>
      </pc:sldChg>
      <pc:sldChg chg="addSp delSp modSp add replId">
        <pc:chgData name="MD. SADI AL HUDA" userId="S::20-43129-1@student.aiub.edu::7a3fa4e6-f07a-4bd8-89e2-b731081d162b" providerId="AD" clId="Web-{41D9DBA8-B269-4D5F-A8D4-63176DC080A8}" dt="2023-05-01T16:15:07.496" v="317" actId="1076"/>
        <pc:sldMkLst>
          <pc:docMk/>
          <pc:sldMk cId="2891306202" sldId="302"/>
        </pc:sldMkLst>
        <pc:spChg chg="add mod">
          <ac:chgData name="MD. SADI AL HUDA" userId="S::20-43129-1@student.aiub.edu::7a3fa4e6-f07a-4bd8-89e2-b731081d162b" providerId="AD" clId="Web-{41D9DBA8-B269-4D5F-A8D4-63176DC080A8}" dt="2023-05-01T16:15:07.496" v="317" actId="1076"/>
          <ac:spMkLst>
            <pc:docMk/>
            <pc:sldMk cId="2891306202" sldId="302"/>
            <ac:spMk id="7" creationId="{F0F92A47-3B89-3CE8-3BC4-B08D5E83F74A}"/>
          </ac:spMkLst>
        </pc:spChg>
        <pc:spChg chg="mod">
          <ac:chgData name="MD. SADI AL HUDA" userId="S::20-43129-1@student.aiub.edu::7a3fa4e6-f07a-4bd8-89e2-b731081d162b" providerId="AD" clId="Web-{41D9DBA8-B269-4D5F-A8D4-63176DC080A8}" dt="2023-05-01T16:13:20.617" v="308" actId="14100"/>
          <ac:spMkLst>
            <pc:docMk/>
            <pc:sldMk cId="2891306202" sldId="302"/>
            <ac:spMk id="9" creationId="{CA991B2B-DBF3-59B1-A18B-B371998E11E5}"/>
          </ac:spMkLst>
        </pc:spChg>
        <pc:spChg chg="del mod">
          <ac:chgData name="MD. SADI AL HUDA" userId="S::20-43129-1@student.aiub.edu::7a3fa4e6-f07a-4bd8-89e2-b731081d162b" providerId="AD" clId="Web-{41D9DBA8-B269-4D5F-A8D4-63176DC080A8}" dt="2023-05-01T15:45:43.821" v="133"/>
          <ac:spMkLst>
            <pc:docMk/>
            <pc:sldMk cId="2891306202" sldId="302"/>
            <ac:spMk id="10" creationId="{CD8EC816-6779-99BA-9495-63AE32C4110B}"/>
          </ac:spMkLst>
        </pc:spChg>
        <pc:picChg chg="del">
          <ac:chgData name="MD. SADI AL HUDA" userId="S::20-43129-1@student.aiub.edu::7a3fa4e6-f07a-4bd8-89e2-b731081d162b" providerId="AD" clId="Web-{41D9DBA8-B269-4D5F-A8D4-63176DC080A8}" dt="2023-05-01T15:45:15.101" v="125"/>
          <ac:picMkLst>
            <pc:docMk/>
            <pc:sldMk cId="2891306202" sldId="302"/>
            <ac:picMk id="3" creationId="{A134EFEC-C4D8-854D-7156-DBB5FE63BC77}"/>
          </ac:picMkLst>
        </pc:picChg>
        <pc:picChg chg="add mod">
          <ac:chgData name="MD. SADI AL HUDA" userId="S::20-43129-1@student.aiub.edu::7a3fa4e6-f07a-4bd8-89e2-b731081d162b" providerId="AD" clId="Web-{41D9DBA8-B269-4D5F-A8D4-63176DC080A8}" dt="2023-05-01T16:15:01.964" v="316" actId="1076"/>
          <ac:picMkLst>
            <pc:docMk/>
            <pc:sldMk cId="2891306202" sldId="302"/>
            <ac:picMk id="4" creationId="{9BFE80CE-E7AD-7447-1498-BE7953749556}"/>
          </ac:picMkLst>
        </pc:picChg>
        <pc:picChg chg="del">
          <ac:chgData name="MD. SADI AL HUDA" userId="S::20-43129-1@student.aiub.edu::7a3fa4e6-f07a-4bd8-89e2-b731081d162b" providerId="AD" clId="Web-{41D9DBA8-B269-4D5F-A8D4-63176DC080A8}" dt="2023-05-01T15:45:16.101" v="126"/>
          <ac:picMkLst>
            <pc:docMk/>
            <pc:sldMk cId="2891306202" sldId="302"/>
            <ac:picMk id="5" creationId="{06EA93F4-C4B5-8BDD-1A23-2D13F46E8EED}"/>
          </ac:picMkLst>
        </pc:picChg>
        <pc:picChg chg="add mod">
          <ac:chgData name="MD. SADI AL HUDA" userId="S::20-43129-1@student.aiub.edu::7a3fa4e6-f07a-4bd8-89e2-b731081d162b" providerId="AD" clId="Web-{41D9DBA8-B269-4D5F-A8D4-63176DC080A8}" dt="2023-05-01T15:46:56.964" v="146" actId="14100"/>
          <ac:picMkLst>
            <pc:docMk/>
            <pc:sldMk cId="2891306202" sldId="302"/>
            <ac:picMk id="6" creationId="{975A4640-61A5-E1B5-CBDC-C7CA5F47ED25}"/>
          </ac:picMkLst>
        </pc:picChg>
      </pc:sldChg>
      <pc:sldChg chg="addSp delSp modSp add replId">
        <pc:chgData name="MD. SADI AL HUDA" userId="S::20-43129-1@student.aiub.edu::7a3fa4e6-f07a-4bd8-89e2-b731081d162b" providerId="AD" clId="Web-{41D9DBA8-B269-4D5F-A8D4-63176DC080A8}" dt="2023-05-01T15:49:07.281" v="223" actId="1076"/>
        <pc:sldMkLst>
          <pc:docMk/>
          <pc:sldMk cId="2282756708" sldId="303"/>
        </pc:sldMkLst>
        <pc:spChg chg="del">
          <ac:chgData name="MD. SADI AL HUDA" userId="S::20-43129-1@student.aiub.edu::7a3fa4e6-f07a-4bd8-89e2-b731081d162b" providerId="AD" clId="Web-{41D9DBA8-B269-4D5F-A8D4-63176DC080A8}" dt="2023-05-01T15:48:05.467" v="191"/>
          <ac:spMkLst>
            <pc:docMk/>
            <pc:sldMk cId="2282756708" sldId="303"/>
            <ac:spMk id="2" creationId="{00000000-0000-0000-0000-000000000000}"/>
          </ac:spMkLst>
        </pc:spChg>
        <pc:spChg chg="del">
          <ac:chgData name="MD. SADI AL HUDA" userId="S::20-43129-1@student.aiub.edu::7a3fa4e6-f07a-4bd8-89e2-b731081d162b" providerId="AD" clId="Web-{41D9DBA8-B269-4D5F-A8D4-63176DC080A8}" dt="2023-05-01T15:48:05.451" v="188"/>
          <ac:spMkLst>
            <pc:docMk/>
            <pc:sldMk cId="2282756708" sldId="303"/>
            <ac:spMk id="3" creationId="{00000000-0000-0000-0000-000000000000}"/>
          </ac:spMkLst>
        </pc:spChg>
        <pc:spChg chg="del">
          <ac:chgData name="MD. SADI AL HUDA" userId="S::20-43129-1@student.aiub.edu::7a3fa4e6-f07a-4bd8-89e2-b731081d162b" providerId="AD" clId="Web-{41D9DBA8-B269-4D5F-A8D4-63176DC080A8}" dt="2023-05-01T15:48:05.451" v="187"/>
          <ac:spMkLst>
            <pc:docMk/>
            <pc:sldMk cId="2282756708" sldId="303"/>
            <ac:spMk id="5" creationId="{00000000-0000-0000-0000-000000000000}"/>
          </ac:spMkLst>
        </pc:spChg>
        <pc:spChg chg="add del">
          <ac:chgData name="MD. SADI AL HUDA" userId="S::20-43129-1@student.aiub.edu::7a3fa4e6-f07a-4bd8-89e2-b731081d162b" providerId="AD" clId="Web-{41D9DBA8-B269-4D5F-A8D4-63176DC080A8}" dt="2023-05-01T15:48:03.810" v="177"/>
          <ac:spMkLst>
            <pc:docMk/>
            <pc:sldMk cId="2282756708" sldId="303"/>
            <ac:spMk id="6" creationId="{EFC8935D-9005-A36D-60E9-D4A0F64F7A64}"/>
          </ac:spMkLst>
        </pc:spChg>
        <pc:spChg chg="add del">
          <ac:chgData name="MD. SADI AL HUDA" userId="S::20-43129-1@student.aiub.edu::7a3fa4e6-f07a-4bd8-89e2-b731081d162b" providerId="AD" clId="Web-{41D9DBA8-B269-4D5F-A8D4-63176DC080A8}" dt="2023-05-01T15:48:03.810" v="176"/>
          <ac:spMkLst>
            <pc:docMk/>
            <pc:sldMk cId="2282756708" sldId="303"/>
            <ac:spMk id="8" creationId="{DDF62D78-0409-E8E5-EC5E-A896EFB3E9BB}"/>
          </ac:spMkLst>
        </pc:spChg>
        <pc:spChg chg="add del">
          <ac:chgData name="MD. SADI AL HUDA" userId="S::20-43129-1@student.aiub.edu::7a3fa4e6-f07a-4bd8-89e2-b731081d162b" providerId="AD" clId="Web-{41D9DBA8-B269-4D5F-A8D4-63176DC080A8}" dt="2023-05-01T15:48:03.810" v="175"/>
          <ac:spMkLst>
            <pc:docMk/>
            <pc:sldMk cId="2282756708" sldId="303"/>
            <ac:spMk id="10" creationId="{E6852D86-6194-3C03-844E-A28152669905}"/>
          </ac:spMkLst>
        </pc:spChg>
        <pc:spChg chg="del">
          <ac:chgData name="MD. SADI AL HUDA" userId="S::20-43129-1@student.aiub.edu::7a3fa4e6-f07a-4bd8-89e2-b731081d162b" providerId="AD" clId="Web-{41D9DBA8-B269-4D5F-A8D4-63176DC080A8}" dt="2023-05-01T15:48:05.451" v="189"/>
          <ac:spMkLst>
            <pc:docMk/>
            <pc:sldMk cId="2282756708" sldId="303"/>
            <ac:spMk id="11" creationId="{00000000-0000-0000-0000-000000000000}"/>
          </ac:spMkLst>
        </pc:spChg>
        <pc:spChg chg="add del">
          <ac:chgData name="MD. SADI AL HUDA" userId="S::20-43129-1@student.aiub.edu::7a3fa4e6-f07a-4bd8-89e2-b731081d162b" providerId="AD" clId="Web-{41D9DBA8-B269-4D5F-A8D4-63176DC080A8}" dt="2023-05-01T15:48:03.810" v="174"/>
          <ac:spMkLst>
            <pc:docMk/>
            <pc:sldMk cId="2282756708" sldId="303"/>
            <ac:spMk id="13" creationId="{31ACC2AF-087A-D2C7-8BD0-004B7401C79C}"/>
          </ac:spMkLst>
        </pc:spChg>
        <pc:spChg chg="add del">
          <ac:chgData name="MD. SADI AL HUDA" userId="S::20-43129-1@student.aiub.edu::7a3fa4e6-f07a-4bd8-89e2-b731081d162b" providerId="AD" clId="Web-{41D9DBA8-B269-4D5F-A8D4-63176DC080A8}" dt="2023-05-01T15:48:03.810" v="173"/>
          <ac:spMkLst>
            <pc:docMk/>
            <pc:sldMk cId="2282756708" sldId="303"/>
            <ac:spMk id="15" creationId="{D7AFC037-E3DC-F508-EE9B-102BB971C37A}"/>
          </ac:spMkLst>
        </pc:spChg>
        <pc:spChg chg="del">
          <ac:chgData name="MD. SADI AL HUDA" userId="S::20-43129-1@student.aiub.edu::7a3fa4e6-f07a-4bd8-89e2-b731081d162b" providerId="AD" clId="Web-{41D9DBA8-B269-4D5F-A8D4-63176DC080A8}" dt="2023-05-01T15:48:05.451" v="185"/>
          <ac:spMkLst>
            <pc:docMk/>
            <pc:sldMk cId="2282756708" sldId="303"/>
            <ac:spMk id="17" creationId="{00000000-0000-0000-0000-000000000000}"/>
          </ac:spMkLst>
        </pc:spChg>
        <pc:spChg chg="del">
          <ac:chgData name="MD. SADI AL HUDA" userId="S::20-43129-1@student.aiub.edu::7a3fa4e6-f07a-4bd8-89e2-b731081d162b" providerId="AD" clId="Web-{41D9DBA8-B269-4D5F-A8D4-63176DC080A8}" dt="2023-05-01T15:48:05.435" v="182"/>
          <ac:spMkLst>
            <pc:docMk/>
            <pc:sldMk cId="2282756708" sldId="303"/>
            <ac:spMk id="18" creationId="{00000000-0000-0000-0000-000000000000}"/>
          </ac:spMkLst>
        </pc:spChg>
        <pc:spChg chg="add del">
          <ac:chgData name="MD. SADI AL HUDA" userId="S::20-43129-1@student.aiub.edu::7a3fa4e6-f07a-4bd8-89e2-b731081d162b" providerId="AD" clId="Web-{41D9DBA8-B269-4D5F-A8D4-63176DC080A8}" dt="2023-05-01T15:48:03.810" v="172"/>
          <ac:spMkLst>
            <pc:docMk/>
            <pc:sldMk cId="2282756708" sldId="303"/>
            <ac:spMk id="19" creationId="{8F75C4FD-9350-249A-3E34-D7177CEE23A1}"/>
          </ac:spMkLst>
        </pc:spChg>
        <pc:spChg chg="del">
          <ac:chgData name="MD. SADI AL HUDA" userId="S::20-43129-1@student.aiub.edu::7a3fa4e6-f07a-4bd8-89e2-b731081d162b" providerId="AD" clId="Web-{41D9DBA8-B269-4D5F-A8D4-63176DC080A8}" dt="2023-05-01T15:48:05.451" v="184"/>
          <ac:spMkLst>
            <pc:docMk/>
            <pc:sldMk cId="2282756708" sldId="303"/>
            <ac:spMk id="21" creationId="{00000000-0000-0000-0000-000000000000}"/>
          </ac:spMkLst>
        </pc:spChg>
        <pc:spChg chg="del">
          <ac:chgData name="MD. SADI AL HUDA" userId="S::20-43129-1@student.aiub.edu::7a3fa4e6-f07a-4bd8-89e2-b731081d162b" providerId="AD" clId="Web-{41D9DBA8-B269-4D5F-A8D4-63176DC080A8}" dt="2023-05-01T15:48:05.435" v="181"/>
          <ac:spMkLst>
            <pc:docMk/>
            <pc:sldMk cId="2282756708" sldId="303"/>
            <ac:spMk id="22" creationId="{00000000-0000-0000-0000-000000000000}"/>
          </ac:spMkLst>
        </pc:spChg>
        <pc:spChg chg="del">
          <ac:chgData name="MD. SADI AL HUDA" userId="S::20-43129-1@student.aiub.edu::7a3fa4e6-f07a-4bd8-89e2-b731081d162b" providerId="AD" clId="Web-{41D9DBA8-B269-4D5F-A8D4-63176DC080A8}" dt="2023-05-01T15:48:05.451" v="190"/>
          <ac:spMkLst>
            <pc:docMk/>
            <pc:sldMk cId="2282756708" sldId="303"/>
            <ac:spMk id="23" creationId="{00000000-0000-0000-0000-000000000000}"/>
          </ac:spMkLst>
        </pc:spChg>
        <pc:spChg chg="add del">
          <ac:chgData name="MD. SADI AL HUDA" userId="S::20-43129-1@student.aiub.edu::7a3fa4e6-f07a-4bd8-89e2-b731081d162b" providerId="AD" clId="Web-{41D9DBA8-B269-4D5F-A8D4-63176DC080A8}" dt="2023-05-01T15:48:03.810" v="171"/>
          <ac:spMkLst>
            <pc:docMk/>
            <pc:sldMk cId="2282756708" sldId="303"/>
            <ac:spMk id="24" creationId="{1FEC4DDC-4A7A-AB07-6A5D-97D3FB684BDA}"/>
          </ac:spMkLst>
        </pc:spChg>
        <pc:spChg chg="add del">
          <ac:chgData name="MD. SADI AL HUDA" userId="S::20-43129-1@student.aiub.edu::7a3fa4e6-f07a-4bd8-89e2-b731081d162b" providerId="AD" clId="Web-{41D9DBA8-B269-4D5F-A8D4-63176DC080A8}" dt="2023-05-01T15:48:03.810" v="170"/>
          <ac:spMkLst>
            <pc:docMk/>
            <pc:sldMk cId="2282756708" sldId="303"/>
            <ac:spMk id="26" creationId="{F09BE7BE-EE30-F668-3301-9261AA8A42E7}"/>
          </ac:spMkLst>
        </pc:spChg>
        <pc:spChg chg="add del">
          <ac:chgData name="MD. SADI AL HUDA" userId="S::20-43129-1@student.aiub.edu::7a3fa4e6-f07a-4bd8-89e2-b731081d162b" providerId="AD" clId="Web-{41D9DBA8-B269-4D5F-A8D4-63176DC080A8}" dt="2023-05-01T15:48:03.810" v="169"/>
          <ac:spMkLst>
            <pc:docMk/>
            <pc:sldMk cId="2282756708" sldId="303"/>
            <ac:spMk id="28" creationId="{64B1BA7B-B2A6-7E70-B953-8A466377B915}"/>
          </ac:spMkLst>
        </pc:spChg>
        <pc:spChg chg="add del">
          <ac:chgData name="MD. SADI AL HUDA" userId="S::20-43129-1@student.aiub.edu::7a3fa4e6-f07a-4bd8-89e2-b731081d162b" providerId="AD" clId="Web-{41D9DBA8-B269-4D5F-A8D4-63176DC080A8}" dt="2023-05-01T15:48:03.810" v="168"/>
          <ac:spMkLst>
            <pc:docMk/>
            <pc:sldMk cId="2282756708" sldId="303"/>
            <ac:spMk id="30" creationId="{ACE83B6C-1923-6194-33C6-EB2ECBFA1D6E}"/>
          </ac:spMkLst>
        </pc:spChg>
        <pc:spChg chg="add del">
          <ac:chgData name="MD. SADI AL HUDA" userId="S::20-43129-1@student.aiub.edu::7a3fa4e6-f07a-4bd8-89e2-b731081d162b" providerId="AD" clId="Web-{41D9DBA8-B269-4D5F-A8D4-63176DC080A8}" dt="2023-05-01T15:48:03.810" v="167"/>
          <ac:spMkLst>
            <pc:docMk/>
            <pc:sldMk cId="2282756708" sldId="303"/>
            <ac:spMk id="32" creationId="{24382899-E2BF-6F16-6CA3-DF044D7678C2}"/>
          </ac:spMkLst>
        </pc:spChg>
        <pc:spChg chg="add del">
          <ac:chgData name="MD. SADI AL HUDA" userId="S::20-43129-1@student.aiub.edu::7a3fa4e6-f07a-4bd8-89e2-b731081d162b" providerId="AD" clId="Web-{41D9DBA8-B269-4D5F-A8D4-63176DC080A8}" dt="2023-05-01T15:48:03.810" v="166"/>
          <ac:spMkLst>
            <pc:docMk/>
            <pc:sldMk cId="2282756708" sldId="303"/>
            <ac:spMk id="34" creationId="{A23DD285-B40D-68FC-9767-8E080BE30E0B}"/>
          </ac:spMkLst>
        </pc:spChg>
        <pc:spChg chg="del">
          <ac:chgData name="MD. SADI AL HUDA" userId="S::20-43129-1@student.aiub.edu::7a3fa4e6-f07a-4bd8-89e2-b731081d162b" providerId="AD" clId="Web-{41D9DBA8-B269-4D5F-A8D4-63176DC080A8}" dt="2023-05-01T15:48:05.451" v="186"/>
          <ac:spMkLst>
            <pc:docMk/>
            <pc:sldMk cId="2282756708" sldId="303"/>
            <ac:spMk id="35" creationId="{00000000-0000-0000-0000-000000000000}"/>
          </ac:spMkLst>
        </pc:spChg>
        <pc:spChg chg="del">
          <ac:chgData name="MD. SADI AL HUDA" userId="S::20-43129-1@student.aiub.edu::7a3fa4e6-f07a-4bd8-89e2-b731081d162b" providerId="AD" clId="Web-{41D9DBA8-B269-4D5F-A8D4-63176DC080A8}" dt="2023-05-01T15:48:05.451" v="183"/>
          <ac:spMkLst>
            <pc:docMk/>
            <pc:sldMk cId="2282756708" sldId="303"/>
            <ac:spMk id="36" creationId="{00000000-0000-0000-0000-000000000000}"/>
          </ac:spMkLst>
        </pc:spChg>
        <pc:spChg chg="del">
          <ac:chgData name="MD. SADI AL HUDA" userId="S::20-43129-1@student.aiub.edu::7a3fa4e6-f07a-4bd8-89e2-b731081d162b" providerId="AD" clId="Web-{41D9DBA8-B269-4D5F-A8D4-63176DC080A8}" dt="2023-05-01T15:48:05.435" v="180"/>
          <ac:spMkLst>
            <pc:docMk/>
            <pc:sldMk cId="2282756708" sldId="303"/>
            <ac:spMk id="37" creationId="{00000000-0000-0000-0000-000000000000}"/>
          </ac:spMkLst>
        </pc:spChg>
        <pc:spChg chg="del">
          <ac:chgData name="MD. SADI AL HUDA" userId="S::20-43129-1@student.aiub.edu::7a3fa4e6-f07a-4bd8-89e2-b731081d162b" providerId="AD" clId="Web-{41D9DBA8-B269-4D5F-A8D4-63176DC080A8}" dt="2023-05-01T15:48:05.435" v="179"/>
          <ac:spMkLst>
            <pc:docMk/>
            <pc:sldMk cId="2282756708" sldId="303"/>
            <ac:spMk id="38" creationId="{00000000-0000-0000-0000-000000000000}"/>
          </ac:spMkLst>
        </pc:spChg>
        <pc:spChg chg="del">
          <ac:chgData name="MD. SADI AL HUDA" userId="S::20-43129-1@student.aiub.edu::7a3fa4e6-f07a-4bd8-89e2-b731081d162b" providerId="AD" clId="Web-{41D9DBA8-B269-4D5F-A8D4-63176DC080A8}" dt="2023-05-01T15:48:05.435" v="178"/>
          <ac:spMkLst>
            <pc:docMk/>
            <pc:sldMk cId="2282756708" sldId="303"/>
            <ac:spMk id="39" creationId="{00000000-0000-0000-0000-000000000000}"/>
          </ac:spMkLst>
        </pc:spChg>
        <pc:spChg chg="add del">
          <ac:chgData name="MD. SADI AL HUDA" userId="S::20-43129-1@student.aiub.edu::7a3fa4e6-f07a-4bd8-89e2-b731081d162b" providerId="AD" clId="Web-{41D9DBA8-B269-4D5F-A8D4-63176DC080A8}" dt="2023-05-01T15:48:03.810" v="165"/>
          <ac:spMkLst>
            <pc:docMk/>
            <pc:sldMk cId="2282756708" sldId="303"/>
            <ac:spMk id="41" creationId="{0C885D0C-10E3-996D-9B0B-4EEFAA8CDCE4}"/>
          </ac:spMkLst>
        </pc:spChg>
        <pc:spChg chg="add del">
          <ac:chgData name="MD. SADI AL HUDA" userId="S::20-43129-1@student.aiub.edu::7a3fa4e6-f07a-4bd8-89e2-b731081d162b" providerId="AD" clId="Web-{41D9DBA8-B269-4D5F-A8D4-63176DC080A8}" dt="2023-05-01T15:48:03.810" v="164"/>
          <ac:spMkLst>
            <pc:docMk/>
            <pc:sldMk cId="2282756708" sldId="303"/>
            <ac:spMk id="43" creationId="{15021805-4B08-218F-17EE-1B5C4DB9E25E}"/>
          </ac:spMkLst>
        </pc:spChg>
        <pc:spChg chg="add del mod">
          <ac:chgData name="MD. SADI AL HUDA" userId="S::20-43129-1@student.aiub.edu::7a3fa4e6-f07a-4bd8-89e2-b731081d162b" providerId="AD" clId="Web-{41D9DBA8-B269-4D5F-A8D4-63176DC080A8}" dt="2023-05-01T15:48:11.779" v="206"/>
          <ac:spMkLst>
            <pc:docMk/>
            <pc:sldMk cId="2282756708" sldId="303"/>
            <ac:spMk id="45" creationId="{A9AD14C4-043C-2B06-2A45-EFE804767BD4}"/>
          </ac:spMkLst>
        </pc:spChg>
        <pc:spChg chg="add mod">
          <ac:chgData name="MD. SADI AL HUDA" userId="S::20-43129-1@student.aiub.edu::7a3fa4e6-f07a-4bd8-89e2-b731081d162b" providerId="AD" clId="Web-{41D9DBA8-B269-4D5F-A8D4-63176DC080A8}" dt="2023-05-01T15:49:07.281" v="223" actId="1076"/>
          <ac:spMkLst>
            <pc:docMk/>
            <pc:sldMk cId="2282756708" sldId="303"/>
            <ac:spMk id="47" creationId="{4F9DC62C-D1E8-ADB5-374A-14CB22FC0D01}"/>
          </ac:spMkLst>
        </pc:spChg>
        <pc:spChg chg="add mod">
          <ac:chgData name="MD. SADI AL HUDA" userId="S::20-43129-1@student.aiub.edu::7a3fa4e6-f07a-4bd8-89e2-b731081d162b" providerId="AD" clId="Web-{41D9DBA8-B269-4D5F-A8D4-63176DC080A8}" dt="2023-05-01T15:48:58.500" v="209" actId="1076"/>
          <ac:spMkLst>
            <pc:docMk/>
            <pc:sldMk cId="2282756708" sldId="303"/>
            <ac:spMk id="49" creationId="{6F315356-597F-F283-48A5-C02925F937AE}"/>
          </ac:spMkLst>
        </pc:spChg>
        <pc:spChg chg="add mod">
          <ac:chgData name="MD. SADI AL HUDA" userId="S::20-43129-1@student.aiub.edu::7a3fa4e6-f07a-4bd8-89e2-b731081d162b" providerId="AD" clId="Web-{41D9DBA8-B269-4D5F-A8D4-63176DC080A8}" dt="2023-05-01T15:48:58.516" v="210" actId="1076"/>
          <ac:spMkLst>
            <pc:docMk/>
            <pc:sldMk cId="2282756708" sldId="303"/>
            <ac:spMk id="51" creationId="{675D00FF-13BC-20AF-7F88-4A5CF85EB6FC}"/>
          </ac:spMkLst>
        </pc:spChg>
        <pc:spChg chg="add mod">
          <ac:chgData name="MD. SADI AL HUDA" userId="S::20-43129-1@student.aiub.edu::7a3fa4e6-f07a-4bd8-89e2-b731081d162b" providerId="AD" clId="Web-{41D9DBA8-B269-4D5F-A8D4-63176DC080A8}" dt="2023-05-01T15:48:58.516" v="211" actId="1076"/>
          <ac:spMkLst>
            <pc:docMk/>
            <pc:sldMk cId="2282756708" sldId="303"/>
            <ac:spMk id="53" creationId="{7EC2D221-EF9F-9488-A4EF-114BE7E731C6}"/>
          </ac:spMkLst>
        </pc:spChg>
        <pc:spChg chg="add mod">
          <ac:chgData name="MD. SADI AL HUDA" userId="S::20-43129-1@student.aiub.edu::7a3fa4e6-f07a-4bd8-89e2-b731081d162b" providerId="AD" clId="Web-{41D9DBA8-B269-4D5F-A8D4-63176DC080A8}" dt="2023-05-01T15:48:58.531" v="212" actId="1076"/>
          <ac:spMkLst>
            <pc:docMk/>
            <pc:sldMk cId="2282756708" sldId="303"/>
            <ac:spMk id="55" creationId="{0B9E7AE8-D6AB-D01F-F292-38E8CE28829E}"/>
          </ac:spMkLst>
        </pc:spChg>
        <pc:spChg chg="add mod">
          <ac:chgData name="MD. SADI AL HUDA" userId="S::20-43129-1@student.aiub.edu::7a3fa4e6-f07a-4bd8-89e2-b731081d162b" providerId="AD" clId="Web-{41D9DBA8-B269-4D5F-A8D4-63176DC080A8}" dt="2023-05-01T15:48:58.547" v="213" actId="1076"/>
          <ac:spMkLst>
            <pc:docMk/>
            <pc:sldMk cId="2282756708" sldId="303"/>
            <ac:spMk id="57" creationId="{12AA529E-0167-EDCF-4388-06BE92FD22D0}"/>
          </ac:spMkLst>
        </pc:spChg>
        <pc:spChg chg="add mod">
          <ac:chgData name="MD. SADI AL HUDA" userId="S::20-43129-1@student.aiub.edu::7a3fa4e6-f07a-4bd8-89e2-b731081d162b" providerId="AD" clId="Web-{41D9DBA8-B269-4D5F-A8D4-63176DC080A8}" dt="2023-05-01T15:48:58.547" v="214" actId="1076"/>
          <ac:spMkLst>
            <pc:docMk/>
            <pc:sldMk cId="2282756708" sldId="303"/>
            <ac:spMk id="59" creationId="{212FCB9F-D2AA-2A96-913F-5D130C8B6AE6}"/>
          </ac:spMkLst>
        </pc:spChg>
        <pc:spChg chg="add mod">
          <ac:chgData name="MD. SADI AL HUDA" userId="S::20-43129-1@student.aiub.edu::7a3fa4e6-f07a-4bd8-89e2-b731081d162b" providerId="AD" clId="Web-{41D9DBA8-B269-4D5F-A8D4-63176DC080A8}" dt="2023-05-01T15:48:58.562" v="215" actId="1076"/>
          <ac:spMkLst>
            <pc:docMk/>
            <pc:sldMk cId="2282756708" sldId="303"/>
            <ac:spMk id="61" creationId="{BE676ACD-77A6-8F0B-88F7-79F8F09C06FB}"/>
          </ac:spMkLst>
        </pc:spChg>
        <pc:spChg chg="add mod">
          <ac:chgData name="MD. SADI AL HUDA" userId="S::20-43129-1@student.aiub.edu::7a3fa4e6-f07a-4bd8-89e2-b731081d162b" providerId="AD" clId="Web-{41D9DBA8-B269-4D5F-A8D4-63176DC080A8}" dt="2023-05-01T15:48:58.562" v="216" actId="1076"/>
          <ac:spMkLst>
            <pc:docMk/>
            <pc:sldMk cId="2282756708" sldId="303"/>
            <ac:spMk id="63" creationId="{7F70FB3A-7688-814A-A351-2F934563E1A6}"/>
          </ac:spMkLst>
        </pc:spChg>
        <pc:spChg chg="add mod">
          <ac:chgData name="MD. SADI AL HUDA" userId="S::20-43129-1@student.aiub.edu::7a3fa4e6-f07a-4bd8-89e2-b731081d162b" providerId="AD" clId="Web-{41D9DBA8-B269-4D5F-A8D4-63176DC080A8}" dt="2023-05-01T15:48:58.578" v="217" actId="1076"/>
          <ac:spMkLst>
            <pc:docMk/>
            <pc:sldMk cId="2282756708" sldId="303"/>
            <ac:spMk id="65" creationId="{A786B8C3-B771-C13C-E420-AB1C6016CC05}"/>
          </ac:spMkLst>
        </pc:spChg>
        <pc:spChg chg="add mod">
          <ac:chgData name="MD. SADI AL HUDA" userId="S::20-43129-1@student.aiub.edu::7a3fa4e6-f07a-4bd8-89e2-b731081d162b" providerId="AD" clId="Web-{41D9DBA8-B269-4D5F-A8D4-63176DC080A8}" dt="2023-05-01T15:48:58.578" v="218" actId="1076"/>
          <ac:spMkLst>
            <pc:docMk/>
            <pc:sldMk cId="2282756708" sldId="303"/>
            <ac:spMk id="67" creationId="{363EB2CB-E3A1-A3B6-D1C7-F6DED3961310}"/>
          </ac:spMkLst>
        </pc:spChg>
        <pc:spChg chg="add mod">
          <ac:chgData name="MD. SADI AL HUDA" userId="S::20-43129-1@student.aiub.edu::7a3fa4e6-f07a-4bd8-89e2-b731081d162b" providerId="AD" clId="Web-{41D9DBA8-B269-4D5F-A8D4-63176DC080A8}" dt="2023-05-01T15:48:58.594" v="219" actId="1076"/>
          <ac:spMkLst>
            <pc:docMk/>
            <pc:sldMk cId="2282756708" sldId="303"/>
            <ac:spMk id="69" creationId="{9B10D58E-8C15-8C47-7AFD-6F7388415A47}"/>
          </ac:spMkLst>
        </pc:spChg>
        <pc:spChg chg="add mod">
          <ac:chgData name="MD. SADI AL HUDA" userId="S::20-43129-1@student.aiub.edu::7a3fa4e6-f07a-4bd8-89e2-b731081d162b" providerId="AD" clId="Web-{41D9DBA8-B269-4D5F-A8D4-63176DC080A8}" dt="2023-05-01T15:48:58.609" v="220" actId="1076"/>
          <ac:spMkLst>
            <pc:docMk/>
            <pc:sldMk cId="2282756708" sldId="303"/>
            <ac:spMk id="71" creationId="{F7EBA9DE-A1DF-9C4B-B7B6-AB475F8931B8}"/>
          </ac:spMkLst>
        </pc:spChg>
        <pc:spChg chg="add mod">
          <ac:chgData name="MD. SADI AL HUDA" userId="S::20-43129-1@student.aiub.edu::7a3fa4e6-f07a-4bd8-89e2-b731081d162b" providerId="AD" clId="Web-{41D9DBA8-B269-4D5F-A8D4-63176DC080A8}" dt="2023-05-01T15:48:58.609" v="221" actId="1076"/>
          <ac:spMkLst>
            <pc:docMk/>
            <pc:sldMk cId="2282756708" sldId="303"/>
            <ac:spMk id="73" creationId="{3C3504B3-3FD0-95CC-490F-7DB39C225BF4}"/>
          </ac:spMkLst>
        </pc:spChg>
      </pc:sldChg>
    </pc:docChg>
  </pc:docChgLst>
  <pc:docChgLst>
    <pc:chgData name="Md Shahadat Hossen" userId="70311350e6534cad" providerId="LiveId" clId="{F0D6A7F7-6867-47B7-B8E3-49C4DE0522D5}"/>
    <pc:docChg chg="addSld delSld modSld">
      <pc:chgData name="Md Shahadat Hossen" userId="70311350e6534cad" providerId="LiveId" clId="{F0D6A7F7-6867-47B7-B8E3-49C4DE0522D5}" dt="2023-05-01T15:28:29.974" v="37" actId="2696"/>
      <pc:docMkLst>
        <pc:docMk/>
      </pc:docMkLst>
      <pc:sldChg chg="modSp">
        <pc:chgData name="Md Shahadat Hossen" userId="70311350e6534cad" providerId="LiveId" clId="{F0D6A7F7-6867-47B7-B8E3-49C4DE0522D5}" dt="2023-05-01T15:13:31.335" v="14" actId="255"/>
        <pc:sldMkLst>
          <pc:docMk/>
          <pc:sldMk cId="0" sldId="277"/>
        </pc:sldMkLst>
        <pc:spChg chg="mod">
          <ac:chgData name="Md Shahadat Hossen" userId="70311350e6534cad" providerId="LiveId" clId="{F0D6A7F7-6867-47B7-B8E3-49C4DE0522D5}" dt="2023-05-01T15:13:31.335" v="14" actId="255"/>
          <ac:spMkLst>
            <pc:docMk/>
            <pc:sldMk cId="0" sldId="277"/>
            <ac:spMk id="23" creationId="{00000000-0000-0000-0000-000000000000}"/>
          </ac:spMkLst>
        </pc:spChg>
      </pc:sldChg>
      <pc:sldChg chg="modSp">
        <pc:chgData name="Md Shahadat Hossen" userId="70311350e6534cad" providerId="LiveId" clId="{F0D6A7F7-6867-47B7-B8E3-49C4DE0522D5}" dt="2023-05-01T15:13:55.248" v="26" actId="20577"/>
        <pc:sldMkLst>
          <pc:docMk/>
          <pc:sldMk cId="0" sldId="278"/>
        </pc:sldMkLst>
        <pc:spChg chg="mod">
          <ac:chgData name="Md Shahadat Hossen" userId="70311350e6534cad" providerId="LiveId" clId="{F0D6A7F7-6867-47B7-B8E3-49C4DE0522D5}" dt="2023-05-01T15:13:55.248" v="26" actId="20577"/>
          <ac:spMkLst>
            <pc:docMk/>
            <pc:sldMk cId="0" sldId="278"/>
            <ac:spMk id="5" creationId="{00000000-0000-0000-0000-000000000000}"/>
          </ac:spMkLst>
        </pc:spChg>
      </pc:sldChg>
      <pc:sldChg chg="modSp">
        <pc:chgData name="Md Shahadat Hossen" userId="70311350e6534cad" providerId="LiveId" clId="{F0D6A7F7-6867-47B7-B8E3-49C4DE0522D5}" dt="2023-05-01T15:12:47.212" v="12" actId="20577"/>
        <pc:sldMkLst>
          <pc:docMk/>
          <pc:sldMk cId="0" sldId="281"/>
        </pc:sldMkLst>
        <pc:spChg chg="mod">
          <ac:chgData name="Md Shahadat Hossen" userId="70311350e6534cad" providerId="LiveId" clId="{F0D6A7F7-6867-47B7-B8E3-49C4DE0522D5}" dt="2023-05-01T15:12:47.212" v="12" actId="20577"/>
          <ac:spMkLst>
            <pc:docMk/>
            <pc:sldMk cId="0" sldId="281"/>
            <ac:spMk id="16" creationId="{00000000-0000-0000-0000-000000000000}"/>
          </ac:spMkLst>
        </pc:spChg>
      </pc:sldChg>
      <pc:sldChg chg="del">
        <pc:chgData name="Md Shahadat Hossen" userId="70311350e6534cad" providerId="LiveId" clId="{F0D6A7F7-6867-47B7-B8E3-49C4DE0522D5}" dt="2023-05-01T15:28:10.442" v="36" actId="2696"/>
        <pc:sldMkLst>
          <pc:docMk/>
          <pc:sldMk cId="0" sldId="286"/>
        </pc:sldMkLst>
      </pc:sldChg>
      <pc:sldChg chg="del">
        <pc:chgData name="Md Shahadat Hossen" userId="70311350e6534cad" providerId="LiveId" clId="{F0D6A7F7-6867-47B7-B8E3-49C4DE0522D5}" dt="2023-05-01T15:28:04.897" v="35" actId="2696"/>
        <pc:sldMkLst>
          <pc:docMk/>
          <pc:sldMk cId="0" sldId="287"/>
        </pc:sldMkLst>
      </pc:sldChg>
      <pc:sldChg chg="del">
        <pc:chgData name="Md Shahadat Hossen" userId="70311350e6534cad" providerId="LiveId" clId="{F0D6A7F7-6867-47B7-B8E3-49C4DE0522D5}" dt="2023-05-01T15:27:50.953" v="34" actId="2696"/>
        <pc:sldMkLst>
          <pc:docMk/>
          <pc:sldMk cId="0" sldId="289"/>
        </pc:sldMkLst>
      </pc:sldChg>
      <pc:sldChg chg="del">
        <pc:chgData name="Md Shahadat Hossen" userId="70311350e6534cad" providerId="LiveId" clId="{F0D6A7F7-6867-47B7-B8E3-49C4DE0522D5}" dt="2023-05-01T15:27:47.160" v="33" actId="2696"/>
        <pc:sldMkLst>
          <pc:docMk/>
          <pc:sldMk cId="0" sldId="290"/>
        </pc:sldMkLst>
      </pc:sldChg>
      <pc:sldChg chg="del">
        <pc:chgData name="Md Shahadat Hossen" userId="70311350e6534cad" providerId="LiveId" clId="{F0D6A7F7-6867-47B7-B8E3-49C4DE0522D5}" dt="2023-05-01T15:27:43.740" v="32" actId="2696"/>
        <pc:sldMkLst>
          <pc:docMk/>
          <pc:sldMk cId="0" sldId="291"/>
        </pc:sldMkLst>
      </pc:sldChg>
      <pc:sldChg chg="modSp">
        <pc:chgData name="Md Shahadat Hossen" userId="70311350e6534cad" providerId="LiveId" clId="{F0D6A7F7-6867-47B7-B8E3-49C4DE0522D5}" dt="2023-05-01T15:18:28.031" v="30" actId="1036"/>
        <pc:sldMkLst>
          <pc:docMk/>
          <pc:sldMk cId="0" sldId="292"/>
        </pc:sldMkLst>
        <pc:spChg chg="mod">
          <ac:chgData name="Md Shahadat Hossen" userId="70311350e6534cad" providerId="LiveId" clId="{F0D6A7F7-6867-47B7-B8E3-49C4DE0522D5}" dt="2023-05-01T15:18:28.031" v="30" actId="1036"/>
          <ac:spMkLst>
            <pc:docMk/>
            <pc:sldMk cId="0" sldId="292"/>
            <ac:spMk id="31" creationId="{00000000-0000-0000-0000-000000000000}"/>
          </ac:spMkLst>
        </pc:spChg>
        <pc:spChg chg="mod">
          <ac:chgData name="Md Shahadat Hossen" userId="70311350e6534cad" providerId="LiveId" clId="{F0D6A7F7-6867-47B7-B8E3-49C4DE0522D5}" dt="2023-05-01T15:18:17.949" v="29" actId="14100"/>
          <ac:spMkLst>
            <pc:docMk/>
            <pc:sldMk cId="0" sldId="292"/>
            <ac:spMk id="49" creationId="{00000000-0000-0000-0000-000000000000}"/>
          </ac:spMkLst>
        </pc:spChg>
      </pc:sldChg>
      <pc:sldChg chg="add del">
        <pc:chgData name="Md Shahadat Hossen" userId="70311350e6534cad" providerId="LiveId" clId="{F0D6A7F7-6867-47B7-B8E3-49C4DE0522D5}" dt="2023-05-01T15:28:29.974" v="37" actId="2696"/>
        <pc:sldMkLst>
          <pc:docMk/>
          <pc:sldMk cId="4051403137" sldId="299"/>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95000"/>
              </a:schemeClr>
            </a:solidFill>
            <a:ln w="19050">
              <a:noFill/>
            </a:ln>
          </c:spPr>
          <c:dPt>
            <c:idx val="0"/>
            <c:bubble3D val="0"/>
            <c:spPr>
              <a:solidFill>
                <a:schemeClr val="accent2"/>
              </a:solidFill>
              <a:ln w="19050">
                <a:noFill/>
              </a:ln>
              <a:effectLst/>
            </c:spPr>
            <c:extLst>
              <c:ext xmlns:c16="http://schemas.microsoft.com/office/drawing/2014/chart" uri="{C3380CC4-5D6E-409C-BE32-E72D297353CC}">
                <c16:uniqueId val="{00000001-0494-46DF-8C4E-14FDB308158E}"/>
              </c:ext>
            </c:extLst>
          </c:dPt>
          <c:dPt>
            <c:idx val="1"/>
            <c:bubble3D val="0"/>
            <c:spPr>
              <a:solidFill>
                <a:schemeClr val="bg1">
                  <a:lumMod val="95000"/>
                </a:schemeClr>
              </a:solidFill>
              <a:ln w="19050">
                <a:noFill/>
              </a:ln>
              <a:effectLst/>
            </c:spPr>
            <c:extLst>
              <c:ext xmlns:c16="http://schemas.microsoft.com/office/drawing/2014/chart" uri="{C3380CC4-5D6E-409C-BE32-E72D297353CC}">
                <c16:uniqueId val="{00000003-0494-46DF-8C4E-14FDB308158E}"/>
              </c:ext>
            </c:extLst>
          </c:dPt>
          <c:cat>
            <c:strRef>
              <c:f>Sheet1!$A$2:$A$3</c:f>
              <c:strCache>
                <c:ptCount val="2"/>
                <c:pt idx="0">
                  <c:v>1st Qtr</c:v>
                </c:pt>
                <c:pt idx="1">
                  <c:v>2nd Qtr</c:v>
                </c:pt>
              </c:strCache>
            </c:strRef>
          </c:cat>
          <c:val>
            <c:numRef>
              <c:f>Sheet1!$B$2:$B$3</c:f>
              <c:numCache>
                <c:formatCode>General</c:formatCode>
                <c:ptCount val="2"/>
                <c:pt idx="0">
                  <c:v>7</c:v>
                </c:pt>
                <c:pt idx="1">
                  <c:v>3</c:v>
                </c:pt>
              </c:numCache>
            </c:numRef>
          </c:val>
          <c:extLst>
            <c:ext xmlns:c16="http://schemas.microsoft.com/office/drawing/2014/chart" uri="{C3380CC4-5D6E-409C-BE32-E72D297353CC}">
              <c16:uniqueId val="{00000004-0494-46DF-8C4E-14FDB308158E}"/>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lang="en-US"/>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t>5/1/2023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165" algn="l" defTabSz="1219200" rtl="0" eaLnBrk="1" latinLnBrk="0" hangingPunct="1">
      <a:defRPr sz="1600" kern="1200">
        <a:solidFill>
          <a:schemeClr val="tx1"/>
        </a:solidFill>
        <a:latin typeface="+mn-lt"/>
        <a:ea typeface="+mn-ea"/>
        <a:cs typeface="+mn-cs"/>
      </a:defRPr>
    </a:lvl4pPr>
    <a:lvl5pPr marL="2437765" algn="l" defTabSz="1219200" rtl="0" eaLnBrk="1" latinLnBrk="0" hangingPunct="1">
      <a:defRPr sz="1600" kern="1200">
        <a:solidFill>
          <a:schemeClr val="tx1"/>
        </a:solidFill>
        <a:latin typeface="+mn-lt"/>
        <a:ea typeface="+mn-ea"/>
        <a:cs typeface="+mn-cs"/>
      </a:defRPr>
    </a:lvl5pPr>
    <a:lvl6pPr marL="3047365" algn="l" defTabSz="1219200" rtl="0" eaLnBrk="1" latinLnBrk="0" hangingPunct="1">
      <a:defRPr sz="1600" kern="1200">
        <a:solidFill>
          <a:schemeClr val="tx1"/>
        </a:solidFill>
        <a:latin typeface="+mn-lt"/>
        <a:ea typeface="+mn-ea"/>
        <a:cs typeface="+mn-cs"/>
      </a:defRPr>
    </a:lvl6pPr>
    <a:lvl7pPr marL="3656965" algn="l" defTabSz="1219200" rtl="0" eaLnBrk="1" latinLnBrk="0" hangingPunct="1">
      <a:defRPr sz="1600" kern="1200">
        <a:solidFill>
          <a:schemeClr val="tx1"/>
        </a:solidFill>
        <a:latin typeface="+mn-lt"/>
        <a:ea typeface="+mn-ea"/>
        <a:cs typeface="+mn-cs"/>
      </a:defRPr>
    </a:lvl7pPr>
    <a:lvl8pPr marL="4266565" algn="l" defTabSz="1219200" rtl="0" eaLnBrk="1" latinLnBrk="0" hangingPunct="1">
      <a:defRPr sz="1600" kern="1200">
        <a:solidFill>
          <a:schemeClr val="tx1"/>
        </a:solidFill>
        <a:latin typeface="+mn-lt"/>
        <a:ea typeface="+mn-ea"/>
        <a:cs typeface="+mn-cs"/>
      </a:defRPr>
    </a:lvl8pPr>
    <a:lvl9pPr marL="4876165"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https://pixabay.com/en/seminar-lecture-study-student-2654142/</a:t>
            </a:r>
          </a:p>
        </p:txBody>
      </p:sp>
      <p:sp>
        <p:nvSpPr>
          <p:cNvPr id="4" name="Slide Number Placeholder 3"/>
          <p:cNvSpPr>
            <a:spLocks noGrp="1"/>
          </p:cNvSpPr>
          <p:nvPr>
            <p:ph type="sldNum" sz="quarter" idx="10"/>
          </p:nvPr>
        </p:nvSpPr>
        <p:spPr/>
        <p:txBody>
          <a:bodyPr/>
          <a:lstStyle/>
          <a:p>
            <a:fld id="{CA2D21D1-52E2-420B-B491-CFF6D7BB79FB}"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https://pixabay.com/en/open-book-library-education-read-1428428/</a:t>
            </a:r>
          </a:p>
        </p:txBody>
      </p:sp>
      <p:sp>
        <p:nvSpPr>
          <p:cNvPr id="4" name="Slide Number Placeholder 3"/>
          <p:cNvSpPr>
            <a:spLocks noGrp="1"/>
          </p:cNvSpPr>
          <p:nvPr>
            <p:ph type="sldNum" sz="quarter" idx="10"/>
          </p:nvPr>
        </p:nvSpPr>
        <p:spPr/>
        <p:txBody>
          <a:bodyPr/>
          <a:lstStyle/>
          <a:p>
            <a:fld id="{CA2D21D1-52E2-420B-B491-CFF6D7BB79FB}"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https://pixabay.com/en/books-science-shelf-library-book-408220/</a:t>
            </a:r>
          </a:p>
        </p:txBody>
      </p:sp>
      <p:sp>
        <p:nvSpPr>
          <p:cNvPr id="4" name="Slide Number Placeholder 3"/>
          <p:cNvSpPr>
            <a:spLocks noGrp="1"/>
          </p:cNvSpPr>
          <p:nvPr>
            <p:ph type="sldNum" sz="quarter" idx="10"/>
          </p:nvPr>
        </p:nvSpPr>
        <p:spPr/>
        <p:txBody>
          <a:bodyPr/>
          <a:lstStyle/>
          <a:p>
            <a:fld id="{CA2D21D1-52E2-420B-B491-CFF6D7BB79FB}" type="slidenum">
              <a:rPr lang="en-US" smtClean="0"/>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A2D21D1-52E2-420B-B491-CFF6D7BB79FB}" type="slidenum">
              <a:rPr lang="en-US" smtClean="0"/>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https://pixabay.com/en/office-neo-urban-apple-trend-1500461/</a:t>
            </a:r>
          </a:p>
        </p:txBody>
      </p:sp>
      <p:sp>
        <p:nvSpPr>
          <p:cNvPr id="4" name="Slide Number Placeholder 3"/>
          <p:cNvSpPr>
            <a:spLocks noGrp="1"/>
          </p:cNvSpPr>
          <p:nvPr>
            <p:ph type="sldNum" sz="quarter" idx="10"/>
          </p:nvPr>
        </p:nvSpPr>
        <p:spPr/>
        <p:txBody>
          <a:bodyPr/>
          <a:lstStyle/>
          <a:p>
            <a:fld id="{CA2D21D1-52E2-420B-B491-CFF6D7BB79FB}" type="slidenum">
              <a:rPr lang="en-US" smtClean="0"/>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https://pixabay.com/en/book-library-a-collection-of-892136/</a:t>
            </a:r>
          </a:p>
        </p:txBody>
      </p:sp>
      <p:sp>
        <p:nvSpPr>
          <p:cNvPr id="4" name="Slide Number Placeholder 3"/>
          <p:cNvSpPr>
            <a:spLocks noGrp="1"/>
          </p:cNvSpPr>
          <p:nvPr>
            <p:ph type="sldNum" sz="quarter" idx="10"/>
          </p:nvPr>
        </p:nvSpPr>
        <p:spPr/>
        <p:txBody>
          <a:bodyPr/>
          <a:lstStyle/>
          <a:p>
            <a:fld id="{CA2D21D1-52E2-420B-B491-CFF6D7BB79FB}" type="slidenum">
              <a:rPr lang="en-US" smtClean="0"/>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A2D21D1-52E2-420B-B491-CFF6D7BB79FB}" type="slidenum">
              <a:rPr lang="en-US" smtClean="0"/>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A2D21D1-52E2-420B-B491-CFF6D7BB79FB}" type="slidenum">
              <a:rPr lang="en-US" smtClean="0"/>
              <a:t>8</a:t>
            </a:fld>
            <a:endParaRPr lang="en-US"/>
          </a:p>
        </p:txBody>
      </p:sp>
    </p:spTree>
    <p:extLst>
      <p:ext uri="{BB962C8B-B14F-4D97-AF65-F5344CB8AC3E}">
        <p14:creationId xmlns:p14="http://schemas.microsoft.com/office/powerpoint/2010/main" val="15363312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A2D21D1-52E2-420B-B491-CFF6D7BB79FB}" type="slidenum">
              <a:rPr lang="en-US" smtClean="0"/>
              <a:t>9</a:t>
            </a:fld>
            <a:endParaRPr lang="en-US"/>
          </a:p>
        </p:txBody>
      </p:sp>
    </p:spTree>
    <p:extLst>
      <p:ext uri="{BB962C8B-B14F-4D97-AF65-F5344CB8AC3E}">
        <p14:creationId xmlns:p14="http://schemas.microsoft.com/office/powerpoint/2010/main" val="3321890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A2D21D1-52E2-420B-B491-CFF6D7BB79FB}" type="slidenum">
              <a:rPr lang="en-US" smtClean="0"/>
              <a:t>10</a:t>
            </a:fld>
            <a:endParaRPr lang="en-US"/>
          </a:p>
        </p:txBody>
      </p:sp>
    </p:spTree>
    <p:extLst>
      <p:ext uri="{BB962C8B-B14F-4D97-AF65-F5344CB8AC3E}">
        <p14:creationId xmlns:p14="http://schemas.microsoft.com/office/powerpoint/2010/main" val="15506723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A2D21D1-52E2-420B-B491-CFF6D7BB79FB}" type="slidenum">
              <a:rPr lang="en-US" smtClean="0"/>
              <a:t>11</a:t>
            </a:fld>
            <a:endParaRPr lang="en-US"/>
          </a:p>
        </p:txBody>
      </p:sp>
    </p:spTree>
    <p:extLst>
      <p:ext uri="{BB962C8B-B14F-4D97-AF65-F5344CB8AC3E}">
        <p14:creationId xmlns:p14="http://schemas.microsoft.com/office/powerpoint/2010/main" val="24095120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A2D21D1-52E2-420B-B491-CFF6D7BB79FB}" type="slidenum">
              <a:rPr lang="en-US" smtClean="0"/>
              <a:t>12</a:t>
            </a:fld>
            <a:endParaRPr lang="en-US"/>
          </a:p>
        </p:txBody>
      </p:sp>
    </p:spTree>
    <p:extLst>
      <p:ext uri="{BB962C8B-B14F-4D97-AF65-F5344CB8AC3E}">
        <p14:creationId xmlns:p14="http://schemas.microsoft.com/office/powerpoint/2010/main" val="34923771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A2D21D1-52E2-420B-B491-CFF6D7BB79FB}" type="slidenum">
              <a:rPr lang="en-US" smtClean="0"/>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https://pixabay.com/en/workplace-team-business-meeting-1245776/</a:t>
            </a:r>
          </a:p>
        </p:txBody>
      </p:sp>
      <p:sp>
        <p:nvSpPr>
          <p:cNvPr id="4" name="Slide Number Placeholder 3"/>
          <p:cNvSpPr>
            <a:spLocks noGrp="1"/>
          </p:cNvSpPr>
          <p:nvPr>
            <p:ph type="sldNum" sz="quarter" idx="10"/>
          </p:nvPr>
        </p:nvSpPr>
        <p:spPr/>
        <p:txBody>
          <a:bodyPr/>
          <a:lstStyle/>
          <a:p>
            <a:fld id="{CA2D21D1-52E2-420B-B491-CFF6D7BB79FB}" type="slidenum">
              <a:rPr lang="en-US" smtClean="0"/>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https://pixabay.com/en/agree-english-consent-contract-1728448/</a:t>
            </a:r>
          </a:p>
        </p:txBody>
      </p:sp>
      <p:sp>
        <p:nvSpPr>
          <p:cNvPr id="4" name="Slide Number Placeholder 3"/>
          <p:cNvSpPr>
            <a:spLocks noGrp="1"/>
          </p:cNvSpPr>
          <p:nvPr>
            <p:ph type="sldNum" sz="quarter" idx="10"/>
          </p:nvPr>
        </p:nvSpPr>
        <p:spPr/>
        <p:txBody>
          <a:bodyPr/>
          <a:lstStyle/>
          <a:p>
            <a:fld id="{CA2D21D1-52E2-420B-B491-CFF6D7BB79FB}" type="slidenum">
              <a:rPr lang="en-US" smtClean="0"/>
              <a:t>15</a:t>
            </a:fld>
            <a:endParaRPr lang="en-US"/>
          </a:p>
        </p:txBody>
      </p:sp>
    </p:spTree>
    <p:extLst>
      <p:ext uri="{BB962C8B-B14F-4D97-AF65-F5344CB8AC3E}">
        <p14:creationId xmlns:p14="http://schemas.microsoft.com/office/powerpoint/2010/main" val="1344329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https://pixabay.com/en/agree-english-consent-contract-1728448/</a:t>
            </a:r>
          </a:p>
        </p:txBody>
      </p:sp>
      <p:sp>
        <p:nvSpPr>
          <p:cNvPr id="4" name="Slide Number Placeholder 3"/>
          <p:cNvSpPr>
            <a:spLocks noGrp="1"/>
          </p:cNvSpPr>
          <p:nvPr>
            <p:ph type="sldNum" sz="quarter" idx="10"/>
          </p:nvPr>
        </p:nvSpPr>
        <p:spPr/>
        <p:txBody>
          <a:bodyPr/>
          <a:lstStyle/>
          <a:p>
            <a:fld id="{CA2D21D1-52E2-420B-B491-CFF6D7BB79FB}" type="slidenum">
              <a:rPr lang="en-US" smtClean="0"/>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A2D21D1-52E2-420B-B491-CFF6D7BB79FB}" type="slidenum">
              <a:rPr lang="en-US" smtClean="0"/>
              <a:t>17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7" name="Rectangle 6"/>
          <p:cNvSpPr/>
          <p:nvPr/>
        </p:nvSpPr>
        <p:spPr>
          <a:xfrm>
            <a:off x="0" y="3886200"/>
            <a:ext cx="12188825" cy="2971800"/>
          </a:xfrm>
          <a:prstGeom prst="rect">
            <a:avLst/>
          </a:prstGeom>
          <a:gradFill flip="none" rotWithShape="1">
            <a:gsLst>
              <a:gs pos="100000">
                <a:schemeClr val="bg1">
                  <a:lumMod val="65000"/>
                  <a:alpha val="53000"/>
                </a:schemeClr>
              </a:gs>
              <a:gs pos="0">
                <a:schemeClr val="bg1">
                  <a:lumMod val="95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rtlCol="0" anchor="ctr"/>
          <a:lstStyle/>
          <a:p>
            <a:pPr algn="ctr"/>
            <a:endParaRPr lang="en-US">
              <a:solidFill>
                <a:prstClr val="white"/>
              </a:solidFill>
            </a:endParaRPr>
          </a:p>
        </p:txBody>
      </p:sp>
      <p:sp>
        <p:nvSpPr>
          <p:cNvPr id="2" name="Title 1"/>
          <p:cNvSpPr>
            <a:spLocks noGrp="1"/>
          </p:cNvSpPr>
          <p:nvPr>
            <p:ph type="ctrTitle"/>
          </p:nvPr>
        </p:nvSpPr>
        <p:spPr>
          <a:xfrm>
            <a:off x="914162" y="3887117"/>
            <a:ext cx="10360501" cy="610820"/>
          </a:xfrm>
        </p:spPr>
        <p:txBody>
          <a:bodyPr/>
          <a:lstStyle>
            <a:lvl1pPr algn="ctr">
              <a:defRPr lang="en-US" sz="4000" kern="1200" smtClean="0">
                <a:solidFill>
                  <a:schemeClr val="tx1">
                    <a:lumMod val="75000"/>
                    <a:lumOff val="25000"/>
                  </a:schemeClr>
                </a:solidFill>
                <a:latin typeface="+mj-lt"/>
                <a:ea typeface="+mj-ea"/>
                <a:cs typeface="+mj-cs"/>
              </a:defRPr>
            </a:lvl1pPr>
          </a:lstStyle>
          <a:p>
            <a:r>
              <a:rPr lang="en-US"/>
              <a:t>Click to edit Master title style</a:t>
            </a:r>
          </a:p>
        </p:txBody>
      </p:sp>
      <p:sp>
        <p:nvSpPr>
          <p:cNvPr id="3" name="Subtitle 2"/>
          <p:cNvSpPr>
            <a:spLocks noGrp="1"/>
          </p:cNvSpPr>
          <p:nvPr>
            <p:ph type="subTitle" idx="1"/>
          </p:nvPr>
        </p:nvSpPr>
        <p:spPr>
          <a:xfrm>
            <a:off x="1828324" y="4399020"/>
            <a:ext cx="8532178" cy="764440"/>
          </a:xfrm>
        </p:spPr>
        <p:txBody>
          <a:bodyPr>
            <a:normAutofit/>
          </a:bodyPr>
          <a:lstStyle>
            <a:lvl1pPr marL="0" indent="0" algn="ctr">
              <a:buNone/>
              <a:defRPr lang="en-US" sz="2400" kern="1200" smtClean="0">
                <a:solidFill>
                  <a:schemeClr val="tx1">
                    <a:lumMod val="65000"/>
                    <a:lumOff val="35000"/>
                  </a:schemeClr>
                </a:solidFill>
                <a:latin typeface="+mj-lt"/>
                <a:ea typeface="+mj-ea"/>
                <a:cs typeface="+mj-cs"/>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7365" indent="0" algn="ctr">
              <a:buNone/>
              <a:defRPr>
                <a:solidFill>
                  <a:schemeClr val="tx1">
                    <a:tint val="75000"/>
                  </a:schemeClr>
                </a:solidFill>
              </a:defRPr>
            </a:lvl6pPr>
            <a:lvl7pPr marL="3656965" indent="0" algn="ctr">
              <a:buNone/>
              <a:defRPr>
                <a:solidFill>
                  <a:schemeClr val="tx1">
                    <a:tint val="75000"/>
                  </a:schemeClr>
                </a:solidFill>
              </a:defRPr>
            </a:lvl7pPr>
            <a:lvl8pPr marL="4266565" indent="0" algn="ctr">
              <a:buNone/>
              <a:defRPr>
                <a:solidFill>
                  <a:schemeClr val="tx1">
                    <a:tint val="75000"/>
                  </a:schemeClr>
                </a:solidFill>
              </a:defRPr>
            </a:lvl8pPr>
            <a:lvl9pPr marL="487553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t>5/1/2023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EDE275-BE14-4364-AEA2-5F5667C0FD4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162" y="2130426"/>
            <a:ext cx="10360501" cy="1470025"/>
          </a:xfrm>
        </p:spPr>
        <p:txBody>
          <a:bodyPr/>
          <a:lstStyle/>
          <a:p>
            <a:r>
              <a:rPr lang="en-US"/>
              <a:t>Click to edit Master title style</a:t>
            </a:r>
          </a:p>
        </p:txBody>
      </p:sp>
      <p:sp>
        <p:nvSpPr>
          <p:cNvPr id="3" name="Subtitle 2"/>
          <p:cNvSpPr>
            <a:spLocks noGrp="1"/>
          </p:cNvSpPr>
          <p:nvPr>
            <p:ph type="subTitle" idx="1"/>
          </p:nvPr>
        </p:nvSpPr>
        <p:spPr>
          <a:xfrm>
            <a:off x="1828324" y="3886200"/>
            <a:ext cx="8532178" cy="1752600"/>
          </a:xfr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7365" indent="0" algn="ctr">
              <a:buNone/>
              <a:defRPr>
                <a:solidFill>
                  <a:schemeClr val="tx1">
                    <a:tint val="75000"/>
                  </a:schemeClr>
                </a:solidFill>
              </a:defRPr>
            </a:lvl6pPr>
            <a:lvl7pPr marL="3656965" indent="0" algn="ctr">
              <a:buNone/>
              <a:defRPr>
                <a:solidFill>
                  <a:schemeClr val="tx1">
                    <a:tint val="75000"/>
                  </a:schemeClr>
                </a:solidFill>
              </a:defRPr>
            </a:lvl7pPr>
            <a:lvl8pPr marL="4266565" indent="0" algn="ctr">
              <a:buNone/>
              <a:defRPr>
                <a:solidFill>
                  <a:schemeClr val="tx1">
                    <a:tint val="75000"/>
                  </a:schemeClr>
                </a:solidFill>
              </a:defRPr>
            </a:lvl8pPr>
            <a:lvl9pPr marL="4876165"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25404F2-BE9A-4460-8815-8F645183555F}" type="datetimeFigureOut">
              <a:rPr lang="en-US" smtClean="0"/>
              <a:t>5/1/2023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E69268-9C8B-4EBF-A9EE-DC5DC2D48DC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5404F2-BE9A-4460-8815-8F645183555F}" type="datetimeFigureOut">
              <a:rPr lang="en-US" smtClean="0"/>
              <a:t>5/1/2023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E69268-9C8B-4EBF-A9EE-DC5DC2D48DC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833" y="4406901"/>
            <a:ext cx="10360501" cy="1362075"/>
          </a:xfrm>
        </p:spPr>
        <p:txBody>
          <a:bodyPr anchor="t"/>
          <a:lstStyle>
            <a:lvl1pPr algn="l">
              <a:defRPr sz="5300" b="1" cap="all"/>
            </a:lvl1pPr>
          </a:lstStyle>
          <a:p>
            <a:r>
              <a:rPr lang="en-US"/>
              <a:t>Click to edit Master title style</a:t>
            </a:r>
          </a:p>
        </p:txBody>
      </p:sp>
      <p:sp>
        <p:nvSpPr>
          <p:cNvPr id="3" name="Text Placeholder 2"/>
          <p:cNvSpPr>
            <a:spLocks noGrp="1"/>
          </p:cNvSpPr>
          <p:nvPr>
            <p:ph type="body" idx="1"/>
          </p:nvPr>
        </p:nvSpPr>
        <p:spPr>
          <a:xfrm>
            <a:off x="962833" y="2906713"/>
            <a:ext cx="10360501" cy="1500187"/>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165" indent="0">
              <a:buNone/>
              <a:defRPr sz="1900">
                <a:solidFill>
                  <a:schemeClr val="tx1">
                    <a:tint val="75000"/>
                  </a:schemeClr>
                </a:solidFill>
              </a:defRPr>
            </a:lvl4pPr>
            <a:lvl5pPr marL="2437765" indent="0">
              <a:buNone/>
              <a:defRPr sz="1900">
                <a:solidFill>
                  <a:schemeClr val="tx1">
                    <a:tint val="75000"/>
                  </a:schemeClr>
                </a:solidFill>
              </a:defRPr>
            </a:lvl5pPr>
            <a:lvl6pPr marL="3047365" indent="0">
              <a:buNone/>
              <a:defRPr sz="1900">
                <a:solidFill>
                  <a:schemeClr val="tx1">
                    <a:tint val="75000"/>
                  </a:schemeClr>
                </a:solidFill>
              </a:defRPr>
            </a:lvl6pPr>
            <a:lvl7pPr marL="3656965" indent="0">
              <a:buNone/>
              <a:defRPr sz="1900">
                <a:solidFill>
                  <a:schemeClr val="tx1">
                    <a:tint val="75000"/>
                  </a:schemeClr>
                </a:solidFill>
              </a:defRPr>
            </a:lvl7pPr>
            <a:lvl8pPr marL="4266565" indent="0">
              <a:buNone/>
              <a:defRPr sz="1900">
                <a:solidFill>
                  <a:schemeClr val="tx1">
                    <a:tint val="75000"/>
                  </a:schemeClr>
                </a:solidFill>
              </a:defRPr>
            </a:lvl8pPr>
            <a:lvl9pPr marL="4876165" indent="0">
              <a:buNone/>
              <a:defRPr sz="1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25404F2-BE9A-4460-8815-8F645183555F}" type="datetimeFigureOut">
              <a:rPr lang="en-US" smtClean="0"/>
              <a:t>5/1/2023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E69268-9C8B-4EBF-A9EE-DC5DC2D48DC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441" y="1600201"/>
            <a:ext cx="5383398" cy="4525963"/>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5986" y="1600201"/>
            <a:ext cx="5383398" cy="4525963"/>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25404F2-BE9A-4460-8815-8F645183555F}" type="datetimeFigureOut">
              <a:rPr lang="en-US" smtClean="0"/>
              <a:t>5/1/2023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E69268-9C8B-4EBF-A9EE-DC5DC2D48DC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441" y="1535113"/>
            <a:ext cx="5385514" cy="639763"/>
          </a:xfrm>
        </p:spPr>
        <p:txBody>
          <a:bodyPr anchor="b"/>
          <a:lstStyle>
            <a:lvl1pPr marL="0" indent="0">
              <a:buNone/>
              <a:defRPr sz="3200" b="1"/>
            </a:lvl1pPr>
            <a:lvl2pPr marL="609600" indent="0">
              <a:buNone/>
              <a:defRPr sz="2700" b="1"/>
            </a:lvl2pPr>
            <a:lvl3pPr marL="1219200" indent="0">
              <a:buNone/>
              <a:defRPr sz="2400" b="1"/>
            </a:lvl3pPr>
            <a:lvl4pPr marL="1828165" indent="0">
              <a:buNone/>
              <a:defRPr sz="2100" b="1"/>
            </a:lvl4pPr>
            <a:lvl5pPr marL="2437765" indent="0">
              <a:buNone/>
              <a:defRPr sz="2100" b="1"/>
            </a:lvl5pPr>
            <a:lvl6pPr marL="3047365" indent="0">
              <a:buNone/>
              <a:defRPr sz="2100" b="1"/>
            </a:lvl6pPr>
            <a:lvl7pPr marL="3656965" indent="0">
              <a:buNone/>
              <a:defRPr sz="2100" b="1"/>
            </a:lvl7pPr>
            <a:lvl8pPr marL="4266565" indent="0">
              <a:buNone/>
              <a:defRPr sz="2100" b="1"/>
            </a:lvl8pPr>
            <a:lvl9pPr marL="4876165" indent="0">
              <a:buNone/>
              <a:defRPr sz="2100" b="1"/>
            </a:lvl9pPr>
          </a:lstStyle>
          <a:p>
            <a:pPr lvl="0"/>
            <a:r>
              <a:rPr lang="en-US"/>
              <a:t>Click to edit Master text styles</a:t>
            </a:r>
          </a:p>
        </p:txBody>
      </p:sp>
      <p:sp>
        <p:nvSpPr>
          <p:cNvPr id="4" name="Content Placeholder 3"/>
          <p:cNvSpPr>
            <a:spLocks noGrp="1"/>
          </p:cNvSpPr>
          <p:nvPr>
            <p:ph sz="half" idx="2"/>
          </p:nvPr>
        </p:nvSpPr>
        <p:spPr>
          <a:xfrm>
            <a:off x="609441" y="2174875"/>
            <a:ext cx="5385514" cy="3951288"/>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1756" y="1535113"/>
            <a:ext cx="5387630" cy="639763"/>
          </a:xfrm>
        </p:spPr>
        <p:txBody>
          <a:bodyPr anchor="b"/>
          <a:lstStyle>
            <a:lvl1pPr marL="0" indent="0">
              <a:buNone/>
              <a:defRPr sz="3200" b="1"/>
            </a:lvl1pPr>
            <a:lvl2pPr marL="609600" indent="0">
              <a:buNone/>
              <a:defRPr sz="2700" b="1"/>
            </a:lvl2pPr>
            <a:lvl3pPr marL="1219200" indent="0">
              <a:buNone/>
              <a:defRPr sz="2400" b="1"/>
            </a:lvl3pPr>
            <a:lvl4pPr marL="1828165" indent="0">
              <a:buNone/>
              <a:defRPr sz="2100" b="1"/>
            </a:lvl4pPr>
            <a:lvl5pPr marL="2437765" indent="0">
              <a:buNone/>
              <a:defRPr sz="2100" b="1"/>
            </a:lvl5pPr>
            <a:lvl6pPr marL="3047365" indent="0">
              <a:buNone/>
              <a:defRPr sz="2100" b="1"/>
            </a:lvl6pPr>
            <a:lvl7pPr marL="3656965" indent="0">
              <a:buNone/>
              <a:defRPr sz="2100" b="1"/>
            </a:lvl7pPr>
            <a:lvl8pPr marL="4266565" indent="0">
              <a:buNone/>
              <a:defRPr sz="2100" b="1"/>
            </a:lvl8pPr>
            <a:lvl9pPr marL="4876165"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191756" y="2174875"/>
            <a:ext cx="5387630" cy="3951288"/>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25404F2-BE9A-4460-8815-8F645183555F}" type="datetimeFigureOut">
              <a:rPr lang="en-US" smtClean="0"/>
              <a:t>5/1/2023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6E69268-9C8B-4EBF-A9EE-DC5DC2D48DC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sz="3600"/>
            </a:lvl1pPr>
          </a:lstStyle>
          <a:p>
            <a:r>
              <a:rPr lang="en-US"/>
              <a:t>Click to edit Master title style</a:t>
            </a:r>
          </a:p>
        </p:txBody>
      </p:sp>
      <p:sp>
        <p:nvSpPr>
          <p:cNvPr id="3" name="Date Placeholder 2"/>
          <p:cNvSpPr>
            <a:spLocks noGrp="1"/>
          </p:cNvSpPr>
          <p:nvPr>
            <p:ph type="dt" sz="half" idx="10"/>
          </p:nvPr>
        </p:nvSpPr>
        <p:spPr/>
        <p:txBody>
          <a:bodyPr/>
          <a:lstStyle/>
          <a:p>
            <a:fld id="{425404F2-BE9A-4460-8815-8F645183555F}" type="datetimeFigureOut">
              <a:rPr lang="en-US" smtClean="0"/>
              <a:t>5/1/2023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E69268-9C8B-4EBF-A9EE-DC5DC2D48DC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2_Title Only">
    <p:spTree>
      <p:nvGrpSpPr>
        <p:cNvPr id="1" name=""/>
        <p:cNvGrpSpPr/>
        <p:nvPr/>
      </p:nvGrpSpPr>
      <p:grpSpPr>
        <a:xfrm>
          <a:off x="0" y="0"/>
          <a:ext cx="0" cy="0"/>
          <a:chOff x="0" y="0"/>
          <a:chExt cx="0" cy="0"/>
        </a:xfrm>
      </p:grpSpPr>
      <p:cxnSp>
        <p:nvCxnSpPr>
          <p:cNvPr id="6" name="Straight Connector 5"/>
          <p:cNvCxnSpPr/>
          <p:nvPr userDrawn="1"/>
        </p:nvCxnSpPr>
        <p:spPr>
          <a:xfrm>
            <a:off x="609441" y="6448926"/>
            <a:ext cx="10969943" cy="0"/>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7" name="Oval 6"/>
          <p:cNvSpPr/>
          <p:nvPr userDrawn="1"/>
        </p:nvSpPr>
        <p:spPr>
          <a:xfrm>
            <a:off x="5917949" y="6272463"/>
            <a:ext cx="352926" cy="35292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p:txBody>
          <a:bodyPr>
            <a:noAutofit/>
          </a:bodyPr>
          <a:lstStyle>
            <a:lvl1pPr>
              <a:defRPr sz="3600"/>
            </a:lvl1pPr>
          </a:lstStyle>
          <a:p>
            <a:r>
              <a:rPr lang="en-US"/>
              <a:t>Click to edit Master title style</a:t>
            </a:r>
          </a:p>
        </p:txBody>
      </p:sp>
      <p:sp>
        <p:nvSpPr>
          <p:cNvPr id="5" name="Slide Number Placeholder 4"/>
          <p:cNvSpPr>
            <a:spLocks noGrp="1"/>
          </p:cNvSpPr>
          <p:nvPr>
            <p:ph type="sldNum" sz="quarter" idx="12"/>
          </p:nvPr>
        </p:nvSpPr>
        <p:spPr>
          <a:xfrm>
            <a:off x="5836202" y="6244057"/>
            <a:ext cx="516420" cy="385017"/>
          </a:xfrm>
        </p:spPr>
        <p:txBody>
          <a:bodyPr/>
          <a:lstStyle>
            <a:lvl1pPr algn="ctr">
              <a:defRPr sz="1400">
                <a:solidFill>
                  <a:schemeClr val="bg1"/>
                </a:solidFill>
              </a:defRPr>
            </a:lvl1pPr>
          </a:lstStyle>
          <a:p>
            <a:fld id="{96E69268-9C8B-4EBF-A9EE-DC5DC2D48DC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1_Title Only">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sz="3600"/>
            </a:lvl1pPr>
          </a:lstStyle>
          <a:p>
            <a:r>
              <a:rPr lang="en-US"/>
              <a:t>Click to edit Master title style</a:t>
            </a:r>
          </a:p>
        </p:txBody>
      </p:sp>
      <p:sp>
        <p:nvSpPr>
          <p:cNvPr id="3" name="Date Placeholder 2"/>
          <p:cNvSpPr>
            <a:spLocks noGrp="1"/>
          </p:cNvSpPr>
          <p:nvPr>
            <p:ph type="dt" sz="half" idx="10"/>
          </p:nvPr>
        </p:nvSpPr>
        <p:spPr/>
        <p:txBody>
          <a:bodyPr/>
          <a:lstStyle/>
          <a:p>
            <a:fld id="{425404F2-BE9A-4460-8815-8F645183555F}" type="datetimeFigureOut">
              <a:rPr lang="en-US" smtClean="0"/>
              <a:t>5/1/2023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E69268-9C8B-4EBF-A9EE-DC5DC2D48DC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t>5/1/2023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3" y="273049"/>
            <a:ext cx="4010039" cy="1162051"/>
          </a:xfrm>
        </p:spPr>
        <p:txBody>
          <a:bodyPr anchor="b"/>
          <a:lstStyle>
            <a:lvl1pPr algn="l">
              <a:defRPr sz="2700" b="1"/>
            </a:lvl1pPr>
          </a:lstStyle>
          <a:p>
            <a:r>
              <a:rPr lang="en-US"/>
              <a:t>Click to edit Master title style</a:t>
            </a:r>
          </a:p>
        </p:txBody>
      </p:sp>
      <p:sp>
        <p:nvSpPr>
          <p:cNvPr id="3" name="Content Placeholder 2"/>
          <p:cNvSpPr>
            <a:spLocks noGrp="1"/>
          </p:cNvSpPr>
          <p:nvPr>
            <p:ph idx="1"/>
          </p:nvPr>
        </p:nvSpPr>
        <p:spPr>
          <a:xfrm>
            <a:off x="4765492" y="273052"/>
            <a:ext cx="6813892" cy="5853113"/>
          </a:xfrm>
        </p:spPr>
        <p:txBody>
          <a:bodyPr/>
          <a:lstStyle>
            <a:lvl1pPr>
              <a:defRPr sz="4300"/>
            </a:lvl1pPr>
            <a:lvl2pPr>
              <a:defRPr sz="3700"/>
            </a:lvl2pPr>
            <a:lvl3pPr>
              <a:defRPr sz="3200"/>
            </a:lvl3pPr>
            <a:lvl4pPr>
              <a:defRPr sz="2700"/>
            </a:lvl4pPr>
            <a:lvl5pPr>
              <a:defRPr sz="2700"/>
            </a:lvl5pPr>
            <a:lvl6pPr>
              <a:defRPr sz="2700"/>
            </a:lvl6pPr>
            <a:lvl7pPr>
              <a:defRPr sz="2700"/>
            </a:lvl7pPr>
            <a:lvl8pPr>
              <a:defRPr sz="2700"/>
            </a:lvl8pPr>
            <a:lvl9pPr>
              <a:defRPr sz="2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443" y="1435102"/>
            <a:ext cx="4010039" cy="4691063"/>
          </a:xfrm>
        </p:spPr>
        <p:txBody>
          <a:bodyPr/>
          <a:lstStyle>
            <a:lvl1pPr marL="0" indent="0">
              <a:buNone/>
              <a:defRPr sz="1900"/>
            </a:lvl1pPr>
            <a:lvl2pPr marL="609600" indent="0">
              <a:buNone/>
              <a:defRPr sz="1600"/>
            </a:lvl2pPr>
            <a:lvl3pPr marL="1219200" indent="0">
              <a:buNone/>
              <a:defRPr sz="1300"/>
            </a:lvl3pPr>
            <a:lvl4pPr marL="1828165"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425404F2-BE9A-4460-8815-8F645183555F}" type="datetimeFigureOut">
              <a:rPr lang="en-US" smtClean="0"/>
              <a:t>5/1/2023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E69268-9C8B-4EBF-A9EE-DC5DC2D48DC3}"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095" y="4800600"/>
            <a:ext cx="7313295" cy="566739"/>
          </a:xfrm>
        </p:spPr>
        <p:txBody>
          <a:bodyPr anchor="b"/>
          <a:lstStyle>
            <a:lvl1pPr algn="l">
              <a:defRPr sz="2700" b="1"/>
            </a:lvl1pPr>
          </a:lstStyle>
          <a:p>
            <a:r>
              <a:rPr lang="en-US"/>
              <a:t>Click to edit Master title style</a:t>
            </a:r>
          </a:p>
        </p:txBody>
      </p:sp>
      <p:sp>
        <p:nvSpPr>
          <p:cNvPr id="3" name="Picture Placeholder 2"/>
          <p:cNvSpPr>
            <a:spLocks noGrp="1"/>
          </p:cNvSpPr>
          <p:nvPr>
            <p:ph type="pic" idx="1"/>
          </p:nvPr>
        </p:nvSpPr>
        <p:spPr>
          <a:xfrm>
            <a:off x="2389095" y="612775"/>
            <a:ext cx="7313295" cy="4114800"/>
          </a:xfrm>
        </p:spPr>
        <p:txBody>
          <a:bodyPr/>
          <a:lstStyle>
            <a:lvl1pPr marL="0" indent="0">
              <a:buNone/>
              <a:defRPr sz="4300"/>
            </a:lvl1pPr>
            <a:lvl2pPr marL="609600" indent="0">
              <a:buNone/>
              <a:defRPr sz="3700"/>
            </a:lvl2pPr>
            <a:lvl3pPr marL="1219200" indent="0">
              <a:buNone/>
              <a:defRPr sz="3200"/>
            </a:lvl3pPr>
            <a:lvl4pPr marL="1828165" indent="0">
              <a:buNone/>
              <a:defRPr sz="2700"/>
            </a:lvl4pPr>
            <a:lvl5pPr marL="2437765" indent="0">
              <a:buNone/>
              <a:defRPr sz="2700"/>
            </a:lvl5pPr>
            <a:lvl6pPr marL="3047365" indent="0">
              <a:buNone/>
              <a:defRPr sz="2700"/>
            </a:lvl6pPr>
            <a:lvl7pPr marL="3656965" indent="0">
              <a:buNone/>
              <a:defRPr sz="2700"/>
            </a:lvl7pPr>
            <a:lvl8pPr marL="4266565" indent="0">
              <a:buNone/>
              <a:defRPr sz="2700"/>
            </a:lvl8pPr>
            <a:lvl9pPr marL="4876165" indent="0">
              <a:buNone/>
              <a:defRPr sz="2700"/>
            </a:lvl9pPr>
          </a:lstStyle>
          <a:p>
            <a:endParaRPr lang="en-US"/>
          </a:p>
        </p:txBody>
      </p:sp>
      <p:sp>
        <p:nvSpPr>
          <p:cNvPr id="4" name="Text Placeholder 3"/>
          <p:cNvSpPr>
            <a:spLocks noGrp="1"/>
          </p:cNvSpPr>
          <p:nvPr>
            <p:ph type="body" sz="half" idx="2"/>
          </p:nvPr>
        </p:nvSpPr>
        <p:spPr>
          <a:xfrm>
            <a:off x="2389095" y="5367338"/>
            <a:ext cx="7313295" cy="804863"/>
          </a:xfrm>
        </p:spPr>
        <p:txBody>
          <a:bodyPr/>
          <a:lstStyle>
            <a:lvl1pPr marL="0" indent="0">
              <a:buNone/>
              <a:defRPr sz="1900"/>
            </a:lvl1pPr>
            <a:lvl2pPr marL="609600" indent="0">
              <a:buNone/>
              <a:defRPr sz="1600"/>
            </a:lvl2pPr>
            <a:lvl3pPr marL="1219200" indent="0">
              <a:buNone/>
              <a:defRPr sz="1300"/>
            </a:lvl3pPr>
            <a:lvl4pPr marL="1828165"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425404F2-BE9A-4460-8815-8F645183555F}" type="datetimeFigureOut">
              <a:rPr lang="en-US" smtClean="0"/>
              <a:t>5/1/2023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E69268-9C8B-4EBF-A9EE-DC5DC2D48DC3}"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5404F2-BE9A-4460-8815-8F645183555F}" type="datetimeFigureOut">
              <a:rPr lang="en-US" smtClean="0"/>
              <a:t>5/1/2023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E69268-9C8B-4EBF-A9EE-DC5DC2D48DC3}"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274639"/>
            <a:ext cx="2742486"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441" y="274639"/>
            <a:ext cx="802431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5404F2-BE9A-4460-8815-8F645183555F}" type="datetimeFigureOut">
              <a:rPr lang="en-US" smtClean="0"/>
              <a:t>5/1/2023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E69268-9C8B-4EBF-A9EE-DC5DC2D48DC3}"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lidemodel2">
    <p:bg>
      <p:bgPr>
        <a:gradFill flip="none" rotWithShape="1">
          <a:gsLst>
            <a:gs pos="55000">
              <a:srgbClr val="1181AE"/>
            </a:gs>
            <a:gs pos="0">
              <a:srgbClr val="1181AE"/>
            </a:gs>
            <a:gs pos="100000">
              <a:srgbClr val="095474"/>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17834" y="2870633"/>
            <a:ext cx="5930678" cy="711081"/>
          </a:xfrm>
        </p:spPr>
        <p:txBody>
          <a:bodyPr>
            <a:normAutofit/>
          </a:bodyPr>
          <a:lstStyle>
            <a:lvl1pPr algn="ctr">
              <a:defRPr sz="3600" b="0">
                <a:solidFill>
                  <a:schemeClr val="bg1"/>
                </a:solidFill>
                <a:effectLst>
                  <a:outerShdw blurRad="38100" dist="38100" dir="2700000" algn="tl">
                    <a:srgbClr val="000000">
                      <a:alpha val="43137"/>
                    </a:srgbClr>
                  </a:outerShdw>
                </a:effectLst>
                <a:latin typeface="+mj-lt"/>
                <a:ea typeface="Open Sans" pitchFamily="34" charset="0"/>
                <a:cs typeface="Open Sans" pitchFamily="34" charset="0"/>
              </a:defRPr>
            </a:lvl1pPr>
          </a:lstStyle>
          <a:p>
            <a:r>
              <a:rPr lang="en-US"/>
              <a:t>SlideModel.com</a:t>
            </a:r>
          </a:p>
        </p:txBody>
      </p:sp>
      <p:sp>
        <p:nvSpPr>
          <p:cNvPr id="3" name="Date Placeholder 2"/>
          <p:cNvSpPr>
            <a:spLocks noGrp="1"/>
          </p:cNvSpPr>
          <p:nvPr>
            <p:ph type="dt" sz="half" idx="10"/>
          </p:nvPr>
        </p:nvSpPr>
        <p:spPr/>
        <p:txBody>
          <a:bodyPr/>
          <a:lstStyle/>
          <a:p>
            <a:fld id="{425404F2-BE9A-4460-8815-8F645183555F}" type="datetimeFigureOut">
              <a:rPr lang="en-US" smtClean="0"/>
              <a:t>5/1/2023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E69268-9C8B-4EBF-A9EE-DC5DC2D48DC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81000">
              <a:srgbClr val="EEEEEE"/>
            </a:gs>
            <a:gs pos="0">
              <a:schemeClr val="bg1"/>
            </a:gs>
            <a:gs pos="100000">
              <a:schemeClr val="bg1">
                <a:lumMod val="8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121899" tIns="60949" rIns="121899" bIns="60949" rtlCol="0" anchor="ctr">
            <a:normAutofit/>
          </a:bodyPr>
          <a:lstStyle/>
          <a:p>
            <a:r>
              <a:rPr lang="en-US"/>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121899" tIns="60949" rIns="121899" bIns="60949" rtlCol="0" anchor="ctr"/>
          <a:lstStyle>
            <a:lvl1pPr algn="l">
              <a:defRPr sz="1600">
                <a:solidFill>
                  <a:schemeClr val="tx1">
                    <a:tint val="75000"/>
                  </a:schemeClr>
                </a:solidFill>
              </a:defRPr>
            </a:lvl1pPr>
          </a:lstStyle>
          <a:p>
            <a:fld id="{425404F2-BE9A-4460-8815-8F645183555F}" type="datetimeFigureOut">
              <a:rPr lang="en-US" smtClean="0"/>
              <a:t>5/1/2023</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121899" tIns="60949" rIns="121899"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121899" tIns="60949" rIns="121899" bIns="60949" rtlCol="0" anchor="ctr"/>
          <a:lstStyle>
            <a:lvl1pPr algn="r">
              <a:defRPr sz="1600">
                <a:solidFill>
                  <a:schemeClr val="tx1">
                    <a:tint val="75000"/>
                  </a:schemeClr>
                </a:solidFill>
              </a:defRPr>
            </a:lvl1pPr>
          </a:lstStyle>
          <a:p>
            <a:fld id="{96E69268-9C8B-4EBF-A9EE-DC5DC2D48DC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1219200" rtl="0" eaLnBrk="1" latinLnBrk="0" hangingPunct="1">
        <a:spcBef>
          <a:spcPct val="0"/>
        </a:spcBef>
        <a:buNone/>
        <a:defRPr sz="36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3600" kern="1200">
          <a:solidFill>
            <a:schemeClr val="tx1"/>
          </a:solidFill>
          <a:latin typeface="+mj-lt"/>
          <a:ea typeface="+mn-ea"/>
          <a:cs typeface="+mn-cs"/>
        </a:defRPr>
      </a:lvl1pPr>
      <a:lvl2pPr marL="990600" indent="-381000" algn="l" defTabSz="1219200" rtl="0" eaLnBrk="1" latinLnBrk="0" hangingPunct="1">
        <a:spcBef>
          <a:spcPct val="20000"/>
        </a:spcBef>
        <a:buFont typeface="Arial" panose="020B0604020202020204" pitchFamily="34" charset="0"/>
        <a:buChar char="–"/>
        <a:defRPr sz="3200" kern="1200">
          <a:solidFill>
            <a:schemeClr val="tx1"/>
          </a:solidFill>
          <a:latin typeface="+mj-lt"/>
          <a:ea typeface="+mn-ea"/>
          <a:cs typeface="+mn-cs"/>
        </a:defRPr>
      </a:lvl2pPr>
      <a:lvl3pPr marL="1524000" indent="-304800" algn="l" defTabSz="1219200" rtl="0" eaLnBrk="1" latinLnBrk="0" hangingPunct="1">
        <a:spcBef>
          <a:spcPct val="20000"/>
        </a:spcBef>
        <a:buFont typeface="Arial" panose="020B0604020202020204" pitchFamily="34" charset="0"/>
        <a:buChar char="•"/>
        <a:defRPr sz="2400" kern="1200">
          <a:solidFill>
            <a:schemeClr val="tx1"/>
          </a:solidFill>
          <a:latin typeface="+mj-lt"/>
          <a:ea typeface="+mn-ea"/>
          <a:cs typeface="+mn-cs"/>
        </a:defRPr>
      </a:lvl3pPr>
      <a:lvl4pPr marL="2132965" indent="-304800" algn="l" defTabSz="1219200" rtl="0" eaLnBrk="1" latinLnBrk="0" hangingPunct="1">
        <a:spcBef>
          <a:spcPct val="20000"/>
        </a:spcBef>
        <a:buFont typeface="Arial" panose="020B0604020202020204" pitchFamily="34" charset="0"/>
        <a:buChar char="–"/>
        <a:defRPr sz="2000" kern="1200">
          <a:solidFill>
            <a:schemeClr val="tx1"/>
          </a:solidFill>
          <a:latin typeface="+mj-lt"/>
          <a:ea typeface="+mn-ea"/>
          <a:cs typeface="+mn-cs"/>
        </a:defRPr>
      </a:lvl4pPr>
      <a:lvl5pPr marL="2742565" indent="-304800" algn="l" defTabSz="1219200" rtl="0" eaLnBrk="1" latinLnBrk="0" hangingPunct="1">
        <a:spcBef>
          <a:spcPct val="20000"/>
        </a:spcBef>
        <a:buFont typeface="Arial" panose="020B0604020202020204" pitchFamily="34" charset="0"/>
        <a:buChar char="»"/>
        <a:defRPr sz="2000" kern="1200">
          <a:solidFill>
            <a:schemeClr val="tx1"/>
          </a:solidFill>
          <a:latin typeface="+mj-lt"/>
          <a:ea typeface="+mn-ea"/>
          <a:cs typeface="+mn-cs"/>
        </a:defRPr>
      </a:lvl5pPr>
      <a:lvl6pPr marL="33521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17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13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09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165"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microsoft.com/office/2007/relationships/hdphoto" Target="../media/hdphoto2.wdp"/></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microsoft.com/office/2007/relationships/hdphoto" Target="../media/hdphoto3.wdp"/></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microsoft.com/office/2007/relationships/hdphoto" Target="../media/hdphoto4.wdp"/></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duotone>
              <a:schemeClr val="accent2">
                <a:shade val="45000"/>
                <a:satMod val="135000"/>
              </a:schemeClr>
              <a:prstClr val="white"/>
            </a:duotone>
            <a:extLst>
              <a:ext uri="{BEBA8EAE-BF5A-486C-A8C5-ECC9F3942E4B}">
                <a14:imgProps xmlns:a14="http://schemas.microsoft.com/office/drawing/2010/main">
                  <a14:imgLayer r:embed="rId4">
                    <a14:imgEffect>
                      <a14:brightnessContrast bright="-16000" contrast="4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17" name="Rectangle 16"/>
          <p:cNvSpPr/>
          <p:nvPr/>
        </p:nvSpPr>
        <p:spPr>
          <a:xfrm>
            <a:off x="0" y="0"/>
            <a:ext cx="12188825" cy="6858000"/>
          </a:xfrm>
          <a:prstGeom prst="rect">
            <a:avLst/>
          </a:prstGeom>
          <a:solidFill>
            <a:schemeClr val="accent2">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p:cNvSpPr/>
          <p:nvPr/>
        </p:nvSpPr>
        <p:spPr>
          <a:xfrm>
            <a:off x="5031854" y="1844824"/>
            <a:ext cx="2125116" cy="18002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5" name="Group 14"/>
          <p:cNvGrpSpPr/>
          <p:nvPr/>
        </p:nvGrpSpPr>
        <p:grpSpPr>
          <a:xfrm>
            <a:off x="5500064" y="2172347"/>
            <a:ext cx="1188696" cy="1188696"/>
            <a:chOff x="-3989388" y="1193800"/>
            <a:chExt cx="4470401" cy="4470400"/>
          </a:xfrm>
          <a:solidFill>
            <a:schemeClr val="bg1"/>
          </a:solidFill>
        </p:grpSpPr>
        <p:sp>
          <p:nvSpPr>
            <p:cNvPr id="10" name="Freeform 5"/>
            <p:cNvSpPr>
              <a:spLocks noEditPoints="1"/>
            </p:cNvSpPr>
            <p:nvPr/>
          </p:nvSpPr>
          <p:spPr bwMode="auto">
            <a:xfrm>
              <a:off x="-3989388" y="1193800"/>
              <a:ext cx="4470401" cy="4470400"/>
            </a:xfrm>
            <a:custGeom>
              <a:avLst/>
              <a:gdLst>
                <a:gd name="T0" fmla="*/ 1472 w 1472"/>
                <a:gd name="T1" fmla="*/ 197 h 1472"/>
                <a:gd name="T2" fmla="*/ 1472 w 1472"/>
                <a:gd name="T3" fmla="*/ 0 h 1472"/>
                <a:gd name="T4" fmla="*/ 0 w 1472"/>
                <a:gd name="T5" fmla="*/ 0 h 1472"/>
                <a:gd name="T6" fmla="*/ 0 w 1472"/>
                <a:gd name="T7" fmla="*/ 197 h 1472"/>
                <a:gd name="T8" fmla="*/ 50 w 1472"/>
                <a:gd name="T9" fmla="*/ 197 h 1472"/>
                <a:gd name="T10" fmla="*/ 50 w 1472"/>
                <a:gd name="T11" fmla="*/ 1177 h 1472"/>
                <a:gd name="T12" fmla="*/ 25 w 1472"/>
                <a:gd name="T13" fmla="*/ 1177 h 1472"/>
                <a:gd name="T14" fmla="*/ 0 w 1472"/>
                <a:gd name="T15" fmla="*/ 1202 h 1472"/>
                <a:gd name="T16" fmla="*/ 25 w 1472"/>
                <a:gd name="T17" fmla="*/ 1226 h 1472"/>
                <a:gd name="T18" fmla="*/ 711 w 1472"/>
                <a:gd name="T19" fmla="*/ 1226 h 1472"/>
                <a:gd name="T20" fmla="*/ 711 w 1472"/>
                <a:gd name="T21" fmla="*/ 1276 h 1472"/>
                <a:gd name="T22" fmla="*/ 712 w 1472"/>
                <a:gd name="T23" fmla="*/ 1279 h 1472"/>
                <a:gd name="T24" fmla="*/ 638 w 1472"/>
                <a:gd name="T25" fmla="*/ 1374 h 1472"/>
                <a:gd name="T26" fmla="*/ 736 w 1472"/>
                <a:gd name="T27" fmla="*/ 1472 h 1472"/>
                <a:gd name="T28" fmla="*/ 834 w 1472"/>
                <a:gd name="T29" fmla="*/ 1374 h 1472"/>
                <a:gd name="T30" fmla="*/ 760 w 1472"/>
                <a:gd name="T31" fmla="*/ 1279 h 1472"/>
                <a:gd name="T32" fmla="*/ 761 w 1472"/>
                <a:gd name="T33" fmla="*/ 1276 h 1472"/>
                <a:gd name="T34" fmla="*/ 761 w 1472"/>
                <a:gd name="T35" fmla="*/ 1226 h 1472"/>
                <a:gd name="T36" fmla="*/ 1447 w 1472"/>
                <a:gd name="T37" fmla="*/ 1226 h 1472"/>
                <a:gd name="T38" fmla="*/ 1472 w 1472"/>
                <a:gd name="T39" fmla="*/ 1202 h 1472"/>
                <a:gd name="T40" fmla="*/ 1447 w 1472"/>
                <a:gd name="T41" fmla="*/ 1177 h 1472"/>
                <a:gd name="T42" fmla="*/ 1423 w 1472"/>
                <a:gd name="T43" fmla="*/ 1177 h 1472"/>
                <a:gd name="T44" fmla="*/ 1423 w 1472"/>
                <a:gd name="T45" fmla="*/ 197 h 1472"/>
                <a:gd name="T46" fmla="*/ 1472 w 1472"/>
                <a:gd name="T47" fmla="*/ 197 h 1472"/>
                <a:gd name="T48" fmla="*/ 785 w 1472"/>
                <a:gd name="T49" fmla="*/ 1374 h 1472"/>
                <a:gd name="T50" fmla="*/ 736 w 1472"/>
                <a:gd name="T51" fmla="*/ 1423 h 1472"/>
                <a:gd name="T52" fmla="*/ 687 w 1472"/>
                <a:gd name="T53" fmla="*/ 1374 h 1472"/>
                <a:gd name="T54" fmla="*/ 736 w 1472"/>
                <a:gd name="T55" fmla="*/ 1325 h 1472"/>
                <a:gd name="T56" fmla="*/ 785 w 1472"/>
                <a:gd name="T57" fmla="*/ 1374 h 1472"/>
                <a:gd name="T58" fmla="*/ 50 w 1472"/>
                <a:gd name="T59" fmla="*/ 50 h 1472"/>
                <a:gd name="T60" fmla="*/ 1423 w 1472"/>
                <a:gd name="T61" fmla="*/ 50 h 1472"/>
                <a:gd name="T62" fmla="*/ 1423 w 1472"/>
                <a:gd name="T63" fmla="*/ 148 h 1472"/>
                <a:gd name="T64" fmla="*/ 50 w 1472"/>
                <a:gd name="T65" fmla="*/ 148 h 1472"/>
                <a:gd name="T66" fmla="*/ 50 w 1472"/>
                <a:gd name="T67" fmla="*/ 50 h 1472"/>
                <a:gd name="T68" fmla="*/ 1374 w 1472"/>
                <a:gd name="T69" fmla="*/ 1177 h 1472"/>
                <a:gd name="T70" fmla="*/ 98 w 1472"/>
                <a:gd name="T71" fmla="*/ 1177 h 1472"/>
                <a:gd name="T72" fmla="*/ 98 w 1472"/>
                <a:gd name="T73" fmla="*/ 197 h 1472"/>
                <a:gd name="T74" fmla="*/ 1374 w 1472"/>
                <a:gd name="T75" fmla="*/ 197 h 1472"/>
                <a:gd name="T76" fmla="*/ 1374 w 1472"/>
                <a:gd name="T77" fmla="*/ 1177 h 1472"/>
                <a:gd name="T78" fmla="*/ 1374 w 1472"/>
                <a:gd name="T79" fmla="*/ 1177 h 1472"/>
                <a:gd name="T80" fmla="*/ 1374 w 1472"/>
                <a:gd name="T81" fmla="*/ 1177 h 1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72" h="1472">
                  <a:moveTo>
                    <a:pt x="1472" y="197"/>
                  </a:moveTo>
                  <a:cubicBezTo>
                    <a:pt x="1472" y="0"/>
                    <a:pt x="1472" y="0"/>
                    <a:pt x="1472" y="0"/>
                  </a:cubicBezTo>
                  <a:cubicBezTo>
                    <a:pt x="0" y="0"/>
                    <a:pt x="0" y="0"/>
                    <a:pt x="0" y="0"/>
                  </a:cubicBezTo>
                  <a:cubicBezTo>
                    <a:pt x="0" y="197"/>
                    <a:pt x="0" y="197"/>
                    <a:pt x="0" y="197"/>
                  </a:cubicBezTo>
                  <a:cubicBezTo>
                    <a:pt x="50" y="197"/>
                    <a:pt x="50" y="197"/>
                    <a:pt x="50" y="197"/>
                  </a:cubicBezTo>
                  <a:cubicBezTo>
                    <a:pt x="50" y="1177"/>
                    <a:pt x="50" y="1177"/>
                    <a:pt x="50" y="1177"/>
                  </a:cubicBezTo>
                  <a:cubicBezTo>
                    <a:pt x="25" y="1177"/>
                    <a:pt x="25" y="1177"/>
                    <a:pt x="25" y="1177"/>
                  </a:cubicBezTo>
                  <a:cubicBezTo>
                    <a:pt x="11" y="1177"/>
                    <a:pt x="0" y="1188"/>
                    <a:pt x="0" y="1202"/>
                  </a:cubicBezTo>
                  <a:cubicBezTo>
                    <a:pt x="0" y="1215"/>
                    <a:pt x="11" y="1226"/>
                    <a:pt x="25" y="1226"/>
                  </a:cubicBezTo>
                  <a:cubicBezTo>
                    <a:pt x="711" y="1226"/>
                    <a:pt x="711" y="1226"/>
                    <a:pt x="711" y="1226"/>
                  </a:cubicBezTo>
                  <a:cubicBezTo>
                    <a:pt x="711" y="1276"/>
                    <a:pt x="711" y="1276"/>
                    <a:pt x="711" y="1276"/>
                  </a:cubicBezTo>
                  <a:cubicBezTo>
                    <a:pt x="711" y="1277"/>
                    <a:pt x="712" y="1278"/>
                    <a:pt x="712" y="1279"/>
                  </a:cubicBezTo>
                  <a:cubicBezTo>
                    <a:pt x="670" y="1290"/>
                    <a:pt x="638" y="1328"/>
                    <a:pt x="638" y="1374"/>
                  </a:cubicBezTo>
                  <a:cubicBezTo>
                    <a:pt x="638" y="1428"/>
                    <a:pt x="682" y="1472"/>
                    <a:pt x="736" y="1472"/>
                  </a:cubicBezTo>
                  <a:cubicBezTo>
                    <a:pt x="790" y="1472"/>
                    <a:pt x="834" y="1428"/>
                    <a:pt x="834" y="1374"/>
                  </a:cubicBezTo>
                  <a:cubicBezTo>
                    <a:pt x="834" y="1328"/>
                    <a:pt x="802" y="1290"/>
                    <a:pt x="760" y="1279"/>
                  </a:cubicBezTo>
                  <a:cubicBezTo>
                    <a:pt x="760" y="1278"/>
                    <a:pt x="761" y="1277"/>
                    <a:pt x="761" y="1276"/>
                  </a:cubicBezTo>
                  <a:cubicBezTo>
                    <a:pt x="761" y="1226"/>
                    <a:pt x="761" y="1226"/>
                    <a:pt x="761" y="1226"/>
                  </a:cubicBezTo>
                  <a:cubicBezTo>
                    <a:pt x="1447" y="1226"/>
                    <a:pt x="1447" y="1226"/>
                    <a:pt x="1447" y="1226"/>
                  </a:cubicBezTo>
                  <a:cubicBezTo>
                    <a:pt x="1461" y="1226"/>
                    <a:pt x="1472" y="1215"/>
                    <a:pt x="1472" y="1202"/>
                  </a:cubicBezTo>
                  <a:cubicBezTo>
                    <a:pt x="1472" y="1188"/>
                    <a:pt x="1461" y="1177"/>
                    <a:pt x="1447" y="1177"/>
                  </a:cubicBezTo>
                  <a:cubicBezTo>
                    <a:pt x="1423" y="1177"/>
                    <a:pt x="1423" y="1177"/>
                    <a:pt x="1423" y="1177"/>
                  </a:cubicBezTo>
                  <a:cubicBezTo>
                    <a:pt x="1423" y="197"/>
                    <a:pt x="1423" y="197"/>
                    <a:pt x="1423" y="197"/>
                  </a:cubicBezTo>
                  <a:lnTo>
                    <a:pt x="1472" y="197"/>
                  </a:lnTo>
                  <a:close/>
                  <a:moveTo>
                    <a:pt x="785" y="1374"/>
                  </a:moveTo>
                  <a:cubicBezTo>
                    <a:pt x="785" y="1401"/>
                    <a:pt x="763" y="1423"/>
                    <a:pt x="736" y="1423"/>
                  </a:cubicBezTo>
                  <a:cubicBezTo>
                    <a:pt x="709" y="1423"/>
                    <a:pt x="687" y="1401"/>
                    <a:pt x="687" y="1374"/>
                  </a:cubicBezTo>
                  <a:cubicBezTo>
                    <a:pt x="687" y="1347"/>
                    <a:pt x="709" y="1325"/>
                    <a:pt x="736" y="1325"/>
                  </a:cubicBezTo>
                  <a:cubicBezTo>
                    <a:pt x="763" y="1325"/>
                    <a:pt x="785" y="1347"/>
                    <a:pt x="785" y="1374"/>
                  </a:cubicBezTo>
                  <a:close/>
                  <a:moveTo>
                    <a:pt x="50" y="50"/>
                  </a:moveTo>
                  <a:cubicBezTo>
                    <a:pt x="1423" y="50"/>
                    <a:pt x="1423" y="50"/>
                    <a:pt x="1423" y="50"/>
                  </a:cubicBezTo>
                  <a:cubicBezTo>
                    <a:pt x="1423" y="148"/>
                    <a:pt x="1423" y="148"/>
                    <a:pt x="1423" y="148"/>
                  </a:cubicBezTo>
                  <a:cubicBezTo>
                    <a:pt x="50" y="148"/>
                    <a:pt x="50" y="148"/>
                    <a:pt x="50" y="148"/>
                  </a:cubicBezTo>
                  <a:lnTo>
                    <a:pt x="50" y="50"/>
                  </a:lnTo>
                  <a:close/>
                  <a:moveTo>
                    <a:pt x="1374" y="1177"/>
                  </a:moveTo>
                  <a:cubicBezTo>
                    <a:pt x="98" y="1177"/>
                    <a:pt x="98" y="1177"/>
                    <a:pt x="98" y="1177"/>
                  </a:cubicBezTo>
                  <a:cubicBezTo>
                    <a:pt x="98" y="197"/>
                    <a:pt x="98" y="197"/>
                    <a:pt x="98" y="197"/>
                  </a:cubicBezTo>
                  <a:cubicBezTo>
                    <a:pt x="1374" y="197"/>
                    <a:pt x="1374" y="197"/>
                    <a:pt x="1374" y="197"/>
                  </a:cubicBezTo>
                  <a:lnTo>
                    <a:pt x="1374" y="1177"/>
                  </a:lnTo>
                  <a:close/>
                  <a:moveTo>
                    <a:pt x="1374" y="1177"/>
                  </a:moveTo>
                  <a:cubicBezTo>
                    <a:pt x="1374" y="1177"/>
                    <a:pt x="1374" y="1177"/>
                    <a:pt x="1374" y="1177"/>
                  </a:cubicBezTo>
                </a:path>
              </a:pathLst>
            </a:custGeom>
            <a:grpFill/>
            <a:ln w="9525">
              <a:noFill/>
              <a:round/>
            </a:ln>
          </p:spPr>
          <p:txBody>
            <a:bodyPr vert="horz" wrap="square" lIns="91440" tIns="45720" rIns="91440" bIns="45720" numCol="1" anchor="t" anchorCtr="0" compatLnSpc="1"/>
            <a:lstStyle/>
            <a:p>
              <a:endParaRPr lang="en-IN"/>
            </a:p>
          </p:txBody>
        </p:sp>
        <p:sp>
          <p:nvSpPr>
            <p:cNvPr id="11" name="Freeform 6"/>
            <p:cNvSpPr>
              <a:spLocks noEditPoints="1"/>
            </p:cNvSpPr>
            <p:nvPr/>
          </p:nvSpPr>
          <p:spPr bwMode="auto">
            <a:xfrm>
              <a:off x="-3317875" y="2536825"/>
              <a:ext cx="819150" cy="147638"/>
            </a:xfrm>
            <a:custGeom>
              <a:avLst/>
              <a:gdLst>
                <a:gd name="T0" fmla="*/ 25 w 270"/>
                <a:gd name="T1" fmla="*/ 49 h 49"/>
                <a:gd name="T2" fmla="*/ 245 w 270"/>
                <a:gd name="T3" fmla="*/ 49 h 49"/>
                <a:gd name="T4" fmla="*/ 270 w 270"/>
                <a:gd name="T5" fmla="*/ 24 h 49"/>
                <a:gd name="T6" fmla="*/ 245 w 270"/>
                <a:gd name="T7" fmla="*/ 0 h 49"/>
                <a:gd name="T8" fmla="*/ 25 w 270"/>
                <a:gd name="T9" fmla="*/ 0 h 49"/>
                <a:gd name="T10" fmla="*/ 0 w 270"/>
                <a:gd name="T11" fmla="*/ 24 h 49"/>
                <a:gd name="T12" fmla="*/ 25 w 270"/>
                <a:gd name="T13" fmla="*/ 49 h 49"/>
                <a:gd name="T14" fmla="*/ 25 w 270"/>
                <a:gd name="T15" fmla="*/ 49 h 49"/>
                <a:gd name="T16" fmla="*/ 25 w 270"/>
                <a:gd name="T1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0" h="49">
                  <a:moveTo>
                    <a:pt x="25" y="49"/>
                  </a:moveTo>
                  <a:cubicBezTo>
                    <a:pt x="245" y="49"/>
                    <a:pt x="245" y="49"/>
                    <a:pt x="245" y="49"/>
                  </a:cubicBezTo>
                  <a:cubicBezTo>
                    <a:pt x="259" y="49"/>
                    <a:pt x="270" y="38"/>
                    <a:pt x="270" y="24"/>
                  </a:cubicBezTo>
                  <a:cubicBezTo>
                    <a:pt x="270" y="11"/>
                    <a:pt x="259" y="0"/>
                    <a:pt x="245" y="0"/>
                  </a:cubicBezTo>
                  <a:cubicBezTo>
                    <a:pt x="25" y="0"/>
                    <a:pt x="25" y="0"/>
                    <a:pt x="25" y="0"/>
                  </a:cubicBezTo>
                  <a:cubicBezTo>
                    <a:pt x="11" y="0"/>
                    <a:pt x="0" y="11"/>
                    <a:pt x="0" y="24"/>
                  </a:cubicBezTo>
                  <a:cubicBezTo>
                    <a:pt x="0" y="38"/>
                    <a:pt x="11" y="49"/>
                    <a:pt x="25" y="49"/>
                  </a:cubicBezTo>
                  <a:close/>
                  <a:moveTo>
                    <a:pt x="25" y="49"/>
                  </a:moveTo>
                  <a:cubicBezTo>
                    <a:pt x="25" y="49"/>
                    <a:pt x="25" y="49"/>
                    <a:pt x="25" y="49"/>
                  </a:cubicBezTo>
                </a:path>
              </a:pathLst>
            </a:custGeom>
            <a:grpFill/>
            <a:ln w="9525">
              <a:noFill/>
              <a:round/>
            </a:ln>
          </p:spPr>
          <p:txBody>
            <a:bodyPr vert="horz" wrap="square" lIns="91440" tIns="45720" rIns="91440" bIns="45720" numCol="1" anchor="t" anchorCtr="0" compatLnSpc="1"/>
            <a:lstStyle/>
            <a:p>
              <a:endParaRPr lang="en-IN"/>
            </a:p>
          </p:txBody>
        </p:sp>
        <p:sp>
          <p:nvSpPr>
            <p:cNvPr id="12" name="Freeform 7"/>
            <p:cNvSpPr>
              <a:spLocks noEditPoints="1"/>
            </p:cNvSpPr>
            <p:nvPr/>
          </p:nvSpPr>
          <p:spPr bwMode="auto">
            <a:xfrm>
              <a:off x="-3317875" y="2311400"/>
              <a:ext cx="522288" cy="149225"/>
            </a:xfrm>
            <a:custGeom>
              <a:avLst/>
              <a:gdLst>
                <a:gd name="T0" fmla="*/ 25 w 172"/>
                <a:gd name="T1" fmla="*/ 49 h 49"/>
                <a:gd name="T2" fmla="*/ 147 w 172"/>
                <a:gd name="T3" fmla="*/ 49 h 49"/>
                <a:gd name="T4" fmla="*/ 172 w 172"/>
                <a:gd name="T5" fmla="*/ 25 h 49"/>
                <a:gd name="T6" fmla="*/ 147 w 172"/>
                <a:gd name="T7" fmla="*/ 0 h 49"/>
                <a:gd name="T8" fmla="*/ 25 w 172"/>
                <a:gd name="T9" fmla="*/ 0 h 49"/>
                <a:gd name="T10" fmla="*/ 0 w 172"/>
                <a:gd name="T11" fmla="*/ 25 h 49"/>
                <a:gd name="T12" fmla="*/ 25 w 172"/>
                <a:gd name="T13" fmla="*/ 49 h 49"/>
                <a:gd name="T14" fmla="*/ 25 w 172"/>
                <a:gd name="T15" fmla="*/ 49 h 49"/>
                <a:gd name="T16" fmla="*/ 25 w 172"/>
                <a:gd name="T1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2" h="49">
                  <a:moveTo>
                    <a:pt x="25" y="49"/>
                  </a:moveTo>
                  <a:cubicBezTo>
                    <a:pt x="147" y="49"/>
                    <a:pt x="147" y="49"/>
                    <a:pt x="147" y="49"/>
                  </a:cubicBezTo>
                  <a:cubicBezTo>
                    <a:pt x="161" y="49"/>
                    <a:pt x="172" y="38"/>
                    <a:pt x="172" y="25"/>
                  </a:cubicBezTo>
                  <a:cubicBezTo>
                    <a:pt x="172" y="11"/>
                    <a:pt x="161" y="0"/>
                    <a:pt x="147" y="0"/>
                  </a:cubicBezTo>
                  <a:cubicBezTo>
                    <a:pt x="25" y="0"/>
                    <a:pt x="25" y="0"/>
                    <a:pt x="25" y="0"/>
                  </a:cubicBezTo>
                  <a:cubicBezTo>
                    <a:pt x="11" y="0"/>
                    <a:pt x="0" y="11"/>
                    <a:pt x="0" y="25"/>
                  </a:cubicBezTo>
                  <a:cubicBezTo>
                    <a:pt x="0" y="38"/>
                    <a:pt x="11" y="49"/>
                    <a:pt x="25" y="49"/>
                  </a:cubicBezTo>
                  <a:close/>
                  <a:moveTo>
                    <a:pt x="25" y="49"/>
                  </a:moveTo>
                  <a:cubicBezTo>
                    <a:pt x="25" y="49"/>
                    <a:pt x="25" y="49"/>
                    <a:pt x="25" y="49"/>
                  </a:cubicBezTo>
                </a:path>
              </a:pathLst>
            </a:custGeom>
            <a:grpFill/>
            <a:ln w="9525">
              <a:noFill/>
              <a:round/>
            </a:ln>
          </p:spPr>
          <p:txBody>
            <a:bodyPr vert="horz" wrap="square" lIns="91440" tIns="45720" rIns="91440" bIns="45720" numCol="1" anchor="t" anchorCtr="0" compatLnSpc="1"/>
            <a:lstStyle/>
            <a:p>
              <a:endParaRPr lang="en-IN"/>
            </a:p>
          </p:txBody>
        </p:sp>
        <p:sp>
          <p:nvSpPr>
            <p:cNvPr id="13" name="Freeform 8"/>
            <p:cNvSpPr>
              <a:spLocks noEditPoints="1"/>
            </p:cNvSpPr>
            <p:nvPr/>
          </p:nvSpPr>
          <p:spPr bwMode="auto">
            <a:xfrm>
              <a:off x="-3317875" y="2757488"/>
              <a:ext cx="819150" cy="149225"/>
            </a:xfrm>
            <a:custGeom>
              <a:avLst/>
              <a:gdLst>
                <a:gd name="T0" fmla="*/ 25 w 270"/>
                <a:gd name="T1" fmla="*/ 49 h 49"/>
                <a:gd name="T2" fmla="*/ 245 w 270"/>
                <a:gd name="T3" fmla="*/ 49 h 49"/>
                <a:gd name="T4" fmla="*/ 270 w 270"/>
                <a:gd name="T5" fmla="*/ 25 h 49"/>
                <a:gd name="T6" fmla="*/ 245 w 270"/>
                <a:gd name="T7" fmla="*/ 0 h 49"/>
                <a:gd name="T8" fmla="*/ 25 w 270"/>
                <a:gd name="T9" fmla="*/ 0 h 49"/>
                <a:gd name="T10" fmla="*/ 0 w 270"/>
                <a:gd name="T11" fmla="*/ 25 h 49"/>
                <a:gd name="T12" fmla="*/ 25 w 270"/>
                <a:gd name="T13" fmla="*/ 49 h 49"/>
                <a:gd name="T14" fmla="*/ 25 w 270"/>
                <a:gd name="T15" fmla="*/ 49 h 49"/>
                <a:gd name="T16" fmla="*/ 25 w 270"/>
                <a:gd name="T1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0" h="49">
                  <a:moveTo>
                    <a:pt x="25" y="49"/>
                  </a:moveTo>
                  <a:cubicBezTo>
                    <a:pt x="245" y="49"/>
                    <a:pt x="245" y="49"/>
                    <a:pt x="245" y="49"/>
                  </a:cubicBezTo>
                  <a:cubicBezTo>
                    <a:pt x="259" y="49"/>
                    <a:pt x="270" y="38"/>
                    <a:pt x="270" y="25"/>
                  </a:cubicBezTo>
                  <a:cubicBezTo>
                    <a:pt x="270" y="11"/>
                    <a:pt x="259" y="0"/>
                    <a:pt x="245" y="0"/>
                  </a:cubicBezTo>
                  <a:cubicBezTo>
                    <a:pt x="25" y="0"/>
                    <a:pt x="25" y="0"/>
                    <a:pt x="25" y="0"/>
                  </a:cubicBezTo>
                  <a:cubicBezTo>
                    <a:pt x="11" y="0"/>
                    <a:pt x="0" y="11"/>
                    <a:pt x="0" y="25"/>
                  </a:cubicBezTo>
                  <a:cubicBezTo>
                    <a:pt x="0" y="38"/>
                    <a:pt x="11" y="49"/>
                    <a:pt x="25" y="49"/>
                  </a:cubicBezTo>
                  <a:close/>
                  <a:moveTo>
                    <a:pt x="25" y="49"/>
                  </a:moveTo>
                  <a:cubicBezTo>
                    <a:pt x="25" y="49"/>
                    <a:pt x="25" y="49"/>
                    <a:pt x="25" y="49"/>
                  </a:cubicBezTo>
                </a:path>
              </a:pathLst>
            </a:custGeom>
            <a:grpFill/>
            <a:ln w="9525">
              <a:noFill/>
              <a:round/>
            </a:ln>
          </p:spPr>
          <p:txBody>
            <a:bodyPr vert="horz" wrap="square" lIns="91440" tIns="45720" rIns="91440" bIns="45720" numCol="1" anchor="t" anchorCtr="0" compatLnSpc="1"/>
            <a:lstStyle/>
            <a:p>
              <a:endParaRPr lang="en-IN"/>
            </a:p>
          </p:txBody>
        </p:sp>
        <p:sp>
          <p:nvSpPr>
            <p:cNvPr id="14" name="Freeform 9"/>
            <p:cNvSpPr>
              <a:spLocks noEditPoints="1"/>
            </p:cNvSpPr>
            <p:nvPr/>
          </p:nvSpPr>
          <p:spPr bwMode="auto">
            <a:xfrm>
              <a:off x="-3175000" y="2833688"/>
              <a:ext cx="2835276" cy="1487488"/>
            </a:xfrm>
            <a:custGeom>
              <a:avLst/>
              <a:gdLst>
                <a:gd name="T0" fmla="*/ 9 w 934"/>
                <a:gd name="T1" fmla="*/ 483 h 490"/>
                <a:gd name="T2" fmla="*/ 27 w 934"/>
                <a:gd name="T3" fmla="*/ 490 h 490"/>
                <a:gd name="T4" fmla="*/ 44 w 934"/>
                <a:gd name="T5" fmla="*/ 483 h 490"/>
                <a:gd name="T6" fmla="*/ 336 w 934"/>
                <a:gd name="T7" fmla="*/ 192 h 490"/>
                <a:gd name="T8" fmla="*/ 539 w 934"/>
                <a:gd name="T9" fmla="*/ 395 h 490"/>
                <a:gd name="T10" fmla="*/ 556 w 934"/>
                <a:gd name="T11" fmla="*/ 402 h 490"/>
                <a:gd name="T12" fmla="*/ 574 w 934"/>
                <a:gd name="T13" fmla="*/ 395 h 490"/>
                <a:gd name="T14" fmla="*/ 885 w 934"/>
                <a:gd name="T15" fmla="*/ 84 h 490"/>
                <a:gd name="T16" fmla="*/ 885 w 934"/>
                <a:gd name="T17" fmla="*/ 196 h 490"/>
                <a:gd name="T18" fmla="*/ 909 w 934"/>
                <a:gd name="T19" fmla="*/ 221 h 490"/>
                <a:gd name="T20" fmla="*/ 934 w 934"/>
                <a:gd name="T21" fmla="*/ 196 h 490"/>
                <a:gd name="T22" fmla="*/ 934 w 934"/>
                <a:gd name="T23" fmla="*/ 24 h 490"/>
                <a:gd name="T24" fmla="*/ 932 w 934"/>
                <a:gd name="T25" fmla="*/ 15 h 490"/>
                <a:gd name="T26" fmla="*/ 919 w 934"/>
                <a:gd name="T27" fmla="*/ 2 h 490"/>
                <a:gd name="T28" fmla="*/ 909 w 934"/>
                <a:gd name="T29" fmla="*/ 0 h 490"/>
                <a:gd name="T30" fmla="*/ 738 w 934"/>
                <a:gd name="T31" fmla="*/ 0 h 490"/>
                <a:gd name="T32" fmla="*/ 713 w 934"/>
                <a:gd name="T33" fmla="*/ 24 h 490"/>
                <a:gd name="T34" fmla="*/ 738 w 934"/>
                <a:gd name="T35" fmla="*/ 49 h 490"/>
                <a:gd name="T36" fmla="*/ 850 w 934"/>
                <a:gd name="T37" fmla="*/ 49 h 490"/>
                <a:gd name="T38" fmla="*/ 556 w 934"/>
                <a:gd name="T39" fmla="*/ 343 h 490"/>
                <a:gd name="T40" fmla="*/ 353 w 934"/>
                <a:gd name="T41" fmla="*/ 140 h 490"/>
                <a:gd name="T42" fmla="*/ 318 w 934"/>
                <a:gd name="T43" fmla="*/ 140 h 490"/>
                <a:gd name="T44" fmla="*/ 9 w 934"/>
                <a:gd name="T45" fmla="*/ 448 h 490"/>
                <a:gd name="T46" fmla="*/ 9 w 934"/>
                <a:gd name="T47" fmla="*/ 483 h 490"/>
                <a:gd name="T48" fmla="*/ 9 w 934"/>
                <a:gd name="T49" fmla="*/ 483 h 490"/>
                <a:gd name="T50" fmla="*/ 9 w 934"/>
                <a:gd name="T51" fmla="*/ 483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34" h="490">
                  <a:moveTo>
                    <a:pt x="9" y="483"/>
                  </a:moveTo>
                  <a:cubicBezTo>
                    <a:pt x="14" y="488"/>
                    <a:pt x="20" y="490"/>
                    <a:pt x="27" y="490"/>
                  </a:cubicBezTo>
                  <a:cubicBezTo>
                    <a:pt x="33" y="490"/>
                    <a:pt x="39" y="488"/>
                    <a:pt x="44" y="483"/>
                  </a:cubicBezTo>
                  <a:cubicBezTo>
                    <a:pt x="336" y="192"/>
                    <a:pt x="336" y="192"/>
                    <a:pt x="336" y="192"/>
                  </a:cubicBezTo>
                  <a:cubicBezTo>
                    <a:pt x="539" y="395"/>
                    <a:pt x="539" y="395"/>
                    <a:pt x="539" y="395"/>
                  </a:cubicBezTo>
                  <a:cubicBezTo>
                    <a:pt x="544" y="400"/>
                    <a:pt x="550" y="402"/>
                    <a:pt x="556" y="402"/>
                  </a:cubicBezTo>
                  <a:cubicBezTo>
                    <a:pt x="563" y="402"/>
                    <a:pt x="569" y="400"/>
                    <a:pt x="574" y="395"/>
                  </a:cubicBezTo>
                  <a:cubicBezTo>
                    <a:pt x="885" y="84"/>
                    <a:pt x="885" y="84"/>
                    <a:pt x="885" y="84"/>
                  </a:cubicBezTo>
                  <a:cubicBezTo>
                    <a:pt x="885" y="196"/>
                    <a:pt x="885" y="196"/>
                    <a:pt x="885" y="196"/>
                  </a:cubicBezTo>
                  <a:cubicBezTo>
                    <a:pt x="885" y="210"/>
                    <a:pt x="896" y="221"/>
                    <a:pt x="909" y="221"/>
                  </a:cubicBezTo>
                  <a:cubicBezTo>
                    <a:pt x="923" y="221"/>
                    <a:pt x="934" y="210"/>
                    <a:pt x="934" y="196"/>
                  </a:cubicBezTo>
                  <a:cubicBezTo>
                    <a:pt x="934" y="24"/>
                    <a:pt x="934" y="24"/>
                    <a:pt x="934" y="24"/>
                  </a:cubicBezTo>
                  <a:cubicBezTo>
                    <a:pt x="934" y="21"/>
                    <a:pt x="933" y="18"/>
                    <a:pt x="932" y="15"/>
                  </a:cubicBezTo>
                  <a:cubicBezTo>
                    <a:pt x="930" y="9"/>
                    <a:pt x="925" y="4"/>
                    <a:pt x="919" y="2"/>
                  </a:cubicBezTo>
                  <a:cubicBezTo>
                    <a:pt x="916" y="1"/>
                    <a:pt x="913" y="0"/>
                    <a:pt x="909" y="0"/>
                  </a:cubicBezTo>
                  <a:cubicBezTo>
                    <a:pt x="738" y="0"/>
                    <a:pt x="738" y="0"/>
                    <a:pt x="738" y="0"/>
                  </a:cubicBezTo>
                  <a:cubicBezTo>
                    <a:pt x="724" y="0"/>
                    <a:pt x="713" y="11"/>
                    <a:pt x="713" y="24"/>
                  </a:cubicBezTo>
                  <a:cubicBezTo>
                    <a:pt x="713" y="38"/>
                    <a:pt x="724" y="49"/>
                    <a:pt x="738" y="49"/>
                  </a:cubicBezTo>
                  <a:cubicBezTo>
                    <a:pt x="850" y="49"/>
                    <a:pt x="850" y="49"/>
                    <a:pt x="850" y="49"/>
                  </a:cubicBezTo>
                  <a:cubicBezTo>
                    <a:pt x="556" y="343"/>
                    <a:pt x="556" y="343"/>
                    <a:pt x="556" y="343"/>
                  </a:cubicBezTo>
                  <a:cubicBezTo>
                    <a:pt x="353" y="140"/>
                    <a:pt x="353" y="140"/>
                    <a:pt x="353" y="140"/>
                  </a:cubicBezTo>
                  <a:cubicBezTo>
                    <a:pt x="343" y="130"/>
                    <a:pt x="328" y="130"/>
                    <a:pt x="318" y="140"/>
                  </a:cubicBezTo>
                  <a:cubicBezTo>
                    <a:pt x="9" y="448"/>
                    <a:pt x="9" y="448"/>
                    <a:pt x="9" y="448"/>
                  </a:cubicBezTo>
                  <a:cubicBezTo>
                    <a:pt x="0" y="458"/>
                    <a:pt x="0" y="474"/>
                    <a:pt x="9" y="483"/>
                  </a:cubicBezTo>
                  <a:close/>
                  <a:moveTo>
                    <a:pt x="9" y="483"/>
                  </a:moveTo>
                  <a:cubicBezTo>
                    <a:pt x="9" y="483"/>
                    <a:pt x="9" y="483"/>
                    <a:pt x="9" y="483"/>
                  </a:cubicBezTo>
                </a:path>
              </a:pathLst>
            </a:custGeom>
            <a:grpFill/>
            <a:ln w="9525">
              <a:noFill/>
              <a:round/>
            </a:ln>
          </p:spPr>
          <p:txBody>
            <a:bodyPr vert="horz" wrap="square" lIns="91440" tIns="45720" rIns="91440" bIns="45720" numCol="1" anchor="t" anchorCtr="0" compatLnSpc="1"/>
            <a:lstStyle/>
            <a:p>
              <a:endParaRPr lang="en-IN"/>
            </a:p>
          </p:txBody>
        </p:sp>
      </p:grpSp>
      <p:sp>
        <p:nvSpPr>
          <p:cNvPr id="16" name="TextBox 15"/>
          <p:cNvSpPr txBox="1"/>
          <p:nvPr/>
        </p:nvSpPr>
        <p:spPr>
          <a:xfrm>
            <a:off x="2213551" y="4166409"/>
            <a:ext cx="7761722" cy="1569660"/>
          </a:xfrm>
          <a:prstGeom prst="rect">
            <a:avLst/>
          </a:prstGeom>
          <a:noFill/>
        </p:spPr>
        <p:txBody>
          <a:bodyPr wrap="square" rtlCol="0">
            <a:spAutoFit/>
          </a:bodyPr>
          <a:lstStyle/>
          <a:p>
            <a:pPr algn="ctr"/>
            <a:r>
              <a:rPr lang="en-IN" sz="4800" b="1">
                <a:solidFill>
                  <a:schemeClr val="bg1"/>
                </a:solidFill>
                <a:latin typeface="Open Sans" pitchFamily="34" charset="0"/>
                <a:ea typeface="Open Sans" pitchFamily="34" charset="0"/>
                <a:cs typeface="Open Sans" pitchFamily="34" charset="0"/>
              </a:rPr>
              <a:t>Project Title: Osteoarthritis Detection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BEBA8EAE-BF5A-486C-A8C5-ECC9F3942E4B}">
                <a14:imgProps xmlns:a14="http://schemas.microsoft.com/office/drawing/2010/main">
                  <a14:imgLayer r:embed="rId4">
                    <a14:imgEffect>
                      <a14:saturation sat="0"/>
                    </a14:imgEffect>
                  </a14:imgLayer>
                </a14:imgProps>
              </a:ext>
            </a:extLst>
          </a:blip>
          <a:srcRect/>
          <a:stretch>
            <a:fillRect t="-39000" b="-4000"/>
          </a:stretch>
        </a:blipFill>
        <a:effectLst/>
      </p:bgPr>
    </p:bg>
    <p:spTree>
      <p:nvGrpSpPr>
        <p:cNvPr id="1" name=""/>
        <p:cNvGrpSpPr/>
        <p:nvPr/>
      </p:nvGrpSpPr>
      <p:grpSpPr>
        <a:xfrm>
          <a:off x="0" y="0"/>
          <a:ext cx="0" cy="0"/>
          <a:chOff x="0" y="0"/>
          <a:chExt cx="0" cy="0"/>
        </a:xfrm>
      </p:grpSpPr>
      <p:sp>
        <p:nvSpPr>
          <p:cNvPr id="2" name="Rectangle 1"/>
          <p:cNvSpPr/>
          <p:nvPr/>
        </p:nvSpPr>
        <p:spPr>
          <a:xfrm>
            <a:off x="5806380" y="252161"/>
            <a:ext cx="6029367" cy="6316354"/>
          </a:xfrm>
          <a:prstGeom prst="rect">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p:nvSpPr>
        <p:spPr>
          <a:xfrm>
            <a:off x="7822604" y="830610"/>
            <a:ext cx="4464496" cy="400110"/>
          </a:xfrm>
          <a:prstGeom prst="rect">
            <a:avLst/>
          </a:prstGeom>
        </p:spPr>
        <p:txBody>
          <a:bodyPr wrap="square">
            <a:spAutoFit/>
          </a:bodyPr>
          <a:lstStyle/>
          <a:p>
            <a:pPr fontAlgn="base"/>
            <a:r>
              <a:rPr lang="en-US" sz="2000" b="1">
                <a:solidFill>
                  <a:schemeClr val="bg1"/>
                </a:solidFill>
                <a:latin typeface="Open Sans" pitchFamily="34" charset="0"/>
                <a:cs typeface="Arial" panose="020B0604020202020204" pitchFamily="34" charset="0"/>
              </a:rPr>
              <a:t>Group Members </a:t>
            </a:r>
            <a:endParaRPr lang="en-IN" sz="2000" b="1">
              <a:solidFill>
                <a:schemeClr val="bg1"/>
              </a:solidFill>
              <a:latin typeface="Arial" panose="020B0604020202020204" pitchFamily="34" charset="0"/>
              <a:cs typeface="Arial" panose="020B0604020202020204" pitchFamily="34" charset="0"/>
            </a:endParaRPr>
          </a:p>
        </p:txBody>
      </p:sp>
      <p:sp>
        <p:nvSpPr>
          <p:cNvPr id="23" name="Rectangle 22"/>
          <p:cNvSpPr/>
          <p:nvPr/>
        </p:nvSpPr>
        <p:spPr>
          <a:xfrm>
            <a:off x="6454452" y="2032421"/>
            <a:ext cx="4464496" cy="3539430"/>
          </a:xfrm>
          <a:prstGeom prst="rect">
            <a:avLst/>
          </a:prstGeom>
        </p:spPr>
        <p:txBody>
          <a:bodyPr wrap="square">
            <a:spAutoFit/>
          </a:bodyPr>
          <a:lstStyle/>
          <a:p>
            <a:pPr marL="285750" indent="-285750" fontAlgn="base">
              <a:buFont typeface="Arial" panose="020B0604020202020204" pitchFamily="34" charset="0"/>
              <a:buChar char="•"/>
            </a:pPr>
            <a:r>
              <a:rPr lang="en-US" sz="1600" dirty="0">
                <a:solidFill>
                  <a:schemeClr val="bg1"/>
                </a:solidFill>
                <a:latin typeface="Open Sans" pitchFamily="34" charset="0"/>
                <a:cs typeface="Arial" panose="020B0604020202020204" pitchFamily="34" charset="0"/>
              </a:rPr>
              <a:t>RAQIBUL ALAM                      20-42692-1</a:t>
            </a:r>
          </a:p>
          <a:p>
            <a:pPr marL="285750" indent="-285750" fontAlgn="base">
              <a:buFont typeface="Arial" panose="020B0604020202020204" pitchFamily="34" charset="0"/>
              <a:buChar char="•"/>
            </a:pPr>
            <a:endParaRPr lang="en-US" sz="1600" dirty="0">
              <a:solidFill>
                <a:schemeClr val="bg1"/>
              </a:solidFill>
              <a:latin typeface="Open Sans" pitchFamily="34" charset="0"/>
              <a:cs typeface="Arial" panose="020B0604020202020204" pitchFamily="34" charset="0"/>
            </a:endParaRPr>
          </a:p>
          <a:p>
            <a:pPr marL="285750" indent="-285750" fontAlgn="base">
              <a:buFont typeface="Arial" panose="020B0604020202020204" pitchFamily="34" charset="0"/>
              <a:buChar char="•"/>
            </a:pPr>
            <a:r>
              <a:rPr lang="en-US" sz="1600" dirty="0">
                <a:solidFill>
                  <a:schemeClr val="bg1"/>
                </a:solidFill>
                <a:latin typeface="Open Sans" pitchFamily="34" charset="0"/>
                <a:cs typeface="Arial" panose="020B0604020202020204" pitchFamily="34" charset="0"/>
              </a:rPr>
              <a:t>MD SHAHADAT HOSSEN        20-43083-1</a:t>
            </a:r>
          </a:p>
          <a:p>
            <a:pPr marL="285750" indent="-285750" fontAlgn="base">
              <a:buFont typeface="Arial" panose="020B0604020202020204" pitchFamily="34" charset="0"/>
              <a:buChar char="•"/>
            </a:pPr>
            <a:endParaRPr lang="en-US" sz="1600" dirty="0">
              <a:solidFill>
                <a:schemeClr val="bg1"/>
              </a:solidFill>
              <a:latin typeface="Open Sans" pitchFamily="34" charset="0"/>
              <a:cs typeface="Arial" panose="020B0604020202020204" pitchFamily="34" charset="0"/>
            </a:endParaRPr>
          </a:p>
          <a:p>
            <a:pPr marL="285750" indent="-285750" fontAlgn="base">
              <a:buFont typeface="Arial" panose="020B0604020202020204" pitchFamily="34" charset="0"/>
              <a:buChar char="•"/>
            </a:pPr>
            <a:r>
              <a:rPr lang="en-US" sz="1600" dirty="0">
                <a:solidFill>
                  <a:schemeClr val="bg1"/>
                </a:solidFill>
                <a:latin typeface="Open Sans" pitchFamily="34" charset="0"/>
                <a:cs typeface="Arial" panose="020B0604020202020204" pitchFamily="34" charset="0"/>
              </a:rPr>
              <a:t>ADEEPTA SHUSHIL SHUVO     20-43092-1</a:t>
            </a:r>
          </a:p>
          <a:p>
            <a:pPr marL="285750" indent="-285750" fontAlgn="base">
              <a:buFont typeface="Arial" panose="020B0604020202020204" pitchFamily="34" charset="0"/>
              <a:buChar char="•"/>
            </a:pPr>
            <a:endParaRPr lang="en-US" sz="1600" dirty="0">
              <a:solidFill>
                <a:schemeClr val="bg1"/>
              </a:solidFill>
              <a:latin typeface="Open Sans" pitchFamily="34" charset="0"/>
              <a:cs typeface="Arial" panose="020B0604020202020204" pitchFamily="34" charset="0"/>
            </a:endParaRPr>
          </a:p>
          <a:p>
            <a:pPr marL="285750" indent="-285750" fontAlgn="base">
              <a:buFont typeface="Arial" panose="020B0604020202020204" pitchFamily="34" charset="0"/>
              <a:buChar char="•"/>
            </a:pPr>
            <a:r>
              <a:rPr lang="en-US" sz="1600" dirty="0">
                <a:solidFill>
                  <a:schemeClr val="bg1"/>
                </a:solidFill>
                <a:latin typeface="Open Sans" pitchFamily="34" charset="0"/>
                <a:cs typeface="Arial" panose="020B0604020202020204" pitchFamily="34" charset="0"/>
              </a:rPr>
              <a:t>MD SADI AL HUDA                  20-43129-1</a:t>
            </a:r>
          </a:p>
          <a:p>
            <a:pPr marL="285750" indent="-285750" fontAlgn="base">
              <a:buFont typeface="Arial" panose="020B0604020202020204" pitchFamily="34" charset="0"/>
              <a:buChar char="•"/>
            </a:pPr>
            <a:endParaRPr lang="en-US" sz="1600" dirty="0">
              <a:solidFill>
                <a:schemeClr val="bg1"/>
              </a:solidFill>
              <a:latin typeface="Open Sans" pitchFamily="34" charset="0"/>
              <a:cs typeface="Arial" panose="020B0604020202020204" pitchFamily="34" charset="0"/>
            </a:endParaRPr>
          </a:p>
          <a:p>
            <a:pPr marL="285750" indent="-285750" fontAlgn="base">
              <a:buFont typeface="Arial" panose="020B0604020202020204" pitchFamily="34" charset="0"/>
              <a:buChar char="•"/>
            </a:pPr>
            <a:endParaRPr lang="en-US" sz="1600" dirty="0">
              <a:solidFill>
                <a:schemeClr val="bg1"/>
              </a:solidFill>
              <a:latin typeface="Open Sans" pitchFamily="34" charset="0"/>
              <a:cs typeface="Arial" panose="020B0604020202020204" pitchFamily="34" charset="0"/>
            </a:endParaRPr>
          </a:p>
          <a:p>
            <a:pPr fontAlgn="base"/>
            <a:r>
              <a:rPr lang="en-US" sz="1600" dirty="0">
                <a:solidFill>
                  <a:schemeClr val="bg1"/>
                </a:solidFill>
                <a:latin typeface="Open Sans" pitchFamily="34" charset="0"/>
                <a:cs typeface="Arial" panose="020B0604020202020204" pitchFamily="34" charset="0"/>
              </a:rPr>
              <a:t>                             </a:t>
            </a:r>
            <a:r>
              <a:rPr lang="en-US" sz="1600" b="1" dirty="0">
                <a:solidFill>
                  <a:schemeClr val="bg1"/>
                </a:solidFill>
                <a:latin typeface="Open Sans" pitchFamily="34" charset="0"/>
                <a:cs typeface="Arial" panose="020B0604020202020204" pitchFamily="34" charset="0"/>
              </a:rPr>
              <a:t>Supervised by:</a:t>
            </a:r>
          </a:p>
          <a:p>
            <a:pPr fontAlgn="base"/>
            <a:endParaRPr lang="en-US" sz="1600" b="1" dirty="0">
              <a:solidFill>
                <a:schemeClr val="bg1"/>
              </a:solidFill>
              <a:latin typeface="Open Sans" pitchFamily="34" charset="0"/>
              <a:cs typeface="Arial" panose="020B0604020202020204" pitchFamily="34" charset="0"/>
            </a:endParaRPr>
          </a:p>
          <a:p>
            <a:pPr fontAlgn="base"/>
            <a:r>
              <a:rPr lang="en-US" sz="1600" b="1" dirty="0">
                <a:solidFill>
                  <a:schemeClr val="bg1"/>
                </a:solidFill>
                <a:latin typeface="Open Sans" pitchFamily="34" charset="0"/>
                <a:cs typeface="Arial" panose="020B0604020202020204" pitchFamily="34" charset="0"/>
              </a:rPr>
              <a:t>                       Prof. Dr. Md. </a:t>
            </a:r>
            <a:r>
              <a:rPr lang="en-US" sz="1600" b="1" dirty="0" err="1">
                <a:solidFill>
                  <a:schemeClr val="bg1"/>
                </a:solidFill>
                <a:latin typeface="Open Sans" pitchFamily="34" charset="0"/>
                <a:cs typeface="Arial" panose="020B0604020202020204" pitchFamily="34" charset="0"/>
              </a:rPr>
              <a:t>Asraf</a:t>
            </a:r>
            <a:r>
              <a:rPr lang="en-US" sz="1600" b="1" dirty="0">
                <a:solidFill>
                  <a:schemeClr val="bg1"/>
                </a:solidFill>
                <a:latin typeface="Open Sans" pitchFamily="34" charset="0"/>
                <a:cs typeface="Arial" panose="020B0604020202020204" pitchFamily="34" charset="0"/>
              </a:rPr>
              <a:t> Ali</a:t>
            </a:r>
          </a:p>
          <a:p>
            <a:pPr fontAlgn="base"/>
            <a:endParaRPr lang="en-US" sz="1600" dirty="0">
              <a:solidFill>
                <a:schemeClr val="bg1"/>
              </a:solidFill>
              <a:latin typeface="Open Sans" pitchFamily="34" charset="0"/>
              <a:cs typeface="Arial" panose="020B0604020202020204" pitchFamily="34" charset="0"/>
            </a:endParaRPr>
          </a:p>
          <a:p>
            <a:pPr fontAlgn="base"/>
            <a:endParaRPr lang="en-IN" sz="1600" dirty="0">
              <a:solidFill>
                <a:schemeClr val="bg1"/>
              </a:solidFill>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en-IN" b="1">
                <a:solidFill>
                  <a:schemeClr val="tx1">
                    <a:lumMod val="75000"/>
                    <a:lumOff val="25000"/>
                  </a:schemeClr>
                </a:solidFill>
                <a:latin typeface="Open Sans" pitchFamily="34" charset="0"/>
                <a:ea typeface="Open Sans" pitchFamily="34" charset="0"/>
                <a:cs typeface="Open Sans" pitchFamily="34" charset="0"/>
              </a:rPr>
              <a:t> Outline</a:t>
            </a:r>
          </a:p>
        </p:txBody>
      </p:sp>
      <p:sp>
        <p:nvSpPr>
          <p:cNvPr id="18" name="Rectangle 17"/>
          <p:cNvSpPr/>
          <p:nvPr/>
        </p:nvSpPr>
        <p:spPr>
          <a:xfrm>
            <a:off x="1077011" y="1342073"/>
            <a:ext cx="173758" cy="17375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1077011" y="1913075"/>
            <a:ext cx="173758" cy="17375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p:cNvSpPr/>
          <p:nvPr/>
        </p:nvSpPr>
        <p:spPr>
          <a:xfrm>
            <a:off x="1077011" y="2484077"/>
            <a:ext cx="173758" cy="17375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p:cNvSpPr/>
          <p:nvPr/>
        </p:nvSpPr>
        <p:spPr>
          <a:xfrm>
            <a:off x="1077011" y="3055079"/>
            <a:ext cx="173758" cy="17375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p:nvSpPr>
        <p:spPr>
          <a:xfrm>
            <a:off x="1012343" y="3597428"/>
            <a:ext cx="173758" cy="17375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p:cNvSpPr/>
          <p:nvPr/>
        </p:nvSpPr>
        <p:spPr>
          <a:xfrm>
            <a:off x="1077011" y="4197083"/>
            <a:ext cx="173758" cy="17375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p:cNvSpPr/>
          <p:nvPr/>
        </p:nvSpPr>
        <p:spPr>
          <a:xfrm>
            <a:off x="1077011" y="4768085"/>
            <a:ext cx="173758" cy="17375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p:cNvSpPr/>
          <p:nvPr/>
        </p:nvSpPr>
        <p:spPr>
          <a:xfrm>
            <a:off x="1077011" y="5339087"/>
            <a:ext cx="173758" cy="17375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p:cNvSpPr/>
          <p:nvPr/>
        </p:nvSpPr>
        <p:spPr>
          <a:xfrm>
            <a:off x="1059463" y="5967348"/>
            <a:ext cx="173758" cy="17375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27"/>
          <p:cNvSpPr/>
          <p:nvPr/>
        </p:nvSpPr>
        <p:spPr>
          <a:xfrm>
            <a:off x="1427725" y="1244205"/>
            <a:ext cx="7622826" cy="369332"/>
          </a:xfrm>
          <a:prstGeom prst="rect">
            <a:avLst/>
          </a:prstGeom>
        </p:spPr>
        <p:txBody>
          <a:bodyPr wrap="square">
            <a:spAutoFit/>
          </a:bodyPr>
          <a:lstStyle/>
          <a:p>
            <a:pPr fontAlgn="base"/>
            <a:r>
              <a:rPr lang="en-US" sz="1800">
                <a:solidFill>
                  <a:schemeClr val="tx1">
                    <a:lumMod val="75000"/>
                    <a:lumOff val="25000"/>
                  </a:schemeClr>
                </a:solidFill>
                <a:latin typeface="Open Sans" pitchFamily="34" charset="0"/>
                <a:ea typeface="Open Sans" pitchFamily="34" charset="0"/>
                <a:cs typeface="Open Sans" pitchFamily="34" charset="0"/>
              </a:rPr>
              <a:t>Title Slide</a:t>
            </a:r>
            <a:endParaRPr lang="en-IN" sz="1800">
              <a:solidFill>
                <a:schemeClr val="tx1">
                  <a:lumMod val="75000"/>
                  <a:lumOff val="25000"/>
                </a:schemeClr>
              </a:solidFill>
              <a:latin typeface="Arial" panose="020B0604020202020204" pitchFamily="34" charset="0"/>
              <a:cs typeface="Arial" panose="020B0604020202020204" pitchFamily="34" charset="0"/>
            </a:endParaRPr>
          </a:p>
        </p:txBody>
      </p:sp>
      <p:cxnSp>
        <p:nvCxnSpPr>
          <p:cNvPr id="30" name="Straight Connector 29"/>
          <p:cNvCxnSpPr/>
          <p:nvPr/>
        </p:nvCxnSpPr>
        <p:spPr>
          <a:xfrm>
            <a:off x="1042835" y="1625654"/>
            <a:ext cx="998047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1427725" y="1804664"/>
            <a:ext cx="7622826" cy="369332"/>
          </a:xfrm>
          <a:prstGeom prst="rect">
            <a:avLst/>
          </a:prstGeom>
        </p:spPr>
        <p:txBody>
          <a:bodyPr wrap="square">
            <a:spAutoFit/>
          </a:bodyPr>
          <a:lstStyle/>
          <a:p>
            <a:pPr fontAlgn="base"/>
            <a:r>
              <a:rPr lang="en-US" sz="1800">
                <a:solidFill>
                  <a:schemeClr val="tx1">
                    <a:lumMod val="75000"/>
                    <a:lumOff val="25000"/>
                  </a:schemeClr>
                </a:solidFill>
                <a:latin typeface="Open Sans" pitchFamily="34" charset="0"/>
                <a:ea typeface="Open Sans" pitchFamily="34" charset="0"/>
                <a:cs typeface="Open Sans" pitchFamily="34" charset="0"/>
              </a:rPr>
              <a:t>Introduction</a:t>
            </a:r>
            <a:endParaRPr lang="en-IN" sz="1800">
              <a:solidFill>
                <a:schemeClr val="tx1">
                  <a:lumMod val="75000"/>
                  <a:lumOff val="25000"/>
                </a:schemeClr>
              </a:solidFill>
              <a:latin typeface="Arial" panose="020B0604020202020204" pitchFamily="34" charset="0"/>
              <a:cs typeface="Arial" panose="020B0604020202020204" pitchFamily="34" charset="0"/>
            </a:endParaRPr>
          </a:p>
        </p:txBody>
      </p:sp>
      <p:cxnSp>
        <p:nvCxnSpPr>
          <p:cNvPr id="33" name="Straight Connector 32"/>
          <p:cNvCxnSpPr/>
          <p:nvPr/>
        </p:nvCxnSpPr>
        <p:spPr>
          <a:xfrm>
            <a:off x="1042835" y="2204774"/>
            <a:ext cx="998047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4" name="Rectangle 33"/>
          <p:cNvSpPr/>
          <p:nvPr/>
        </p:nvSpPr>
        <p:spPr>
          <a:xfrm>
            <a:off x="1427725" y="2383784"/>
            <a:ext cx="7622826" cy="369332"/>
          </a:xfrm>
          <a:prstGeom prst="rect">
            <a:avLst/>
          </a:prstGeom>
        </p:spPr>
        <p:txBody>
          <a:bodyPr wrap="square">
            <a:spAutoFit/>
          </a:bodyPr>
          <a:lstStyle/>
          <a:p>
            <a:pPr fontAlgn="base"/>
            <a:r>
              <a:rPr lang="en-US" sz="1800">
                <a:solidFill>
                  <a:schemeClr val="tx1">
                    <a:lumMod val="75000"/>
                    <a:lumOff val="25000"/>
                  </a:schemeClr>
                </a:solidFill>
                <a:latin typeface="Open Sans" pitchFamily="34" charset="0"/>
                <a:ea typeface="Open Sans" pitchFamily="34" charset="0"/>
                <a:cs typeface="Open Sans" pitchFamily="34" charset="0"/>
              </a:rPr>
              <a:t>Problem Statement</a:t>
            </a:r>
            <a:endParaRPr lang="en-IN" sz="1800">
              <a:solidFill>
                <a:schemeClr val="tx1">
                  <a:lumMod val="75000"/>
                  <a:lumOff val="25000"/>
                </a:schemeClr>
              </a:solidFill>
              <a:latin typeface="Arial" panose="020B0604020202020204" pitchFamily="34" charset="0"/>
              <a:cs typeface="Arial" panose="020B0604020202020204" pitchFamily="34" charset="0"/>
            </a:endParaRPr>
          </a:p>
        </p:txBody>
      </p:sp>
      <p:cxnSp>
        <p:nvCxnSpPr>
          <p:cNvPr id="35" name="Straight Connector 34"/>
          <p:cNvCxnSpPr/>
          <p:nvPr/>
        </p:nvCxnSpPr>
        <p:spPr>
          <a:xfrm>
            <a:off x="1042835" y="2783894"/>
            <a:ext cx="998047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 name="Rectangle 35"/>
          <p:cNvSpPr/>
          <p:nvPr/>
        </p:nvSpPr>
        <p:spPr>
          <a:xfrm>
            <a:off x="1427725" y="2962904"/>
            <a:ext cx="7622826" cy="369332"/>
          </a:xfrm>
          <a:prstGeom prst="rect">
            <a:avLst/>
          </a:prstGeom>
        </p:spPr>
        <p:txBody>
          <a:bodyPr wrap="square">
            <a:spAutoFit/>
          </a:bodyPr>
          <a:lstStyle/>
          <a:p>
            <a:pPr fontAlgn="base"/>
            <a:r>
              <a:rPr lang="en-US" sz="1800">
                <a:solidFill>
                  <a:schemeClr val="tx1">
                    <a:lumMod val="75000"/>
                    <a:lumOff val="25000"/>
                  </a:schemeClr>
                </a:solidFill>
                <a:latin typeface="Open Sans" pitchFamily="34" charset="0"/>
                <a:cs typeface="Arial" panose="020B0604020202020204" pitchFamily="34" charset="0"/>
              </a:rPr>
              <a:t>Objectives</a:t>
            </a:r>
            <a:endParaRPr lang="en-IN" sz="1800">
              <a:solidFill>
                <a:schemeClr val="tx1">
                  <a:lumMod val="75000"/>
                  <a:lumOff val="25000"/>
                </a:schemeClr>
              </a:solidFill>
              <a:latin typeface="Arial" panose="020B0604020202020204" pitchFamily="34" charset="0"/>
              <a:cs typeface="Arial" panose="020B0604020202020204" pitchFamily="34" charset="0"/>
            </a:endParaRPr>
          </a:p>
        </p:txBody>
      </p:sp>
      <p:cxnSp>
        <p:nvCxnSpPr>
          <p:cNvPr id="37" name="Straight Connector 36"/>
          <p:cNvCxnSpPr/>
          <p:nvPr/>
        </p:nvCxnSpPr>
        <p:spPr>
          <a:xfrm>
            <a:off x="1042835" y="3363014"/>
            <a:ext cx="998047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8" name="Rectangle 37"/>
          <p:cNvSpPr/>
          <p:nvPr/>
        </p:nvSpPr>
        <p:spPr>
          <a:xfrm>
            <a:off x="1427725" y="3542024"/>
            <a:ext cx="7622826" cy="369332"/>
          </a:xfrm>
          <a:prstGeom prst="rect">
            <a:avLst/>
          </a:prstGeom>
        </p:spPr>
        <p:txBody>
          <a:bodyPr wrap="square">
            <a:spAutoFit/>
          </a:bodyPr>
          <a:lstStyle/>
          <a:p>
            <a:pPr fontAlgn="base"/>
            <a:r>
              <a:rPr lang="en-US" sz="1800">
                <a:solidFill>
                  <a:schemeClr val="tx1">
                    <a:lumMod val="75000"/>
                    <a:lumOff val="25000"/>
                  </a:schemeClr>
                </a:solidFill>
                <a:latin typeface="Open Sans" pitchFamily="34" charset="0"/>
                <a:cs typeface="Arial" panose="020B0604020202020204" pitchFamily="34" charset="0"/>
              </a:rPr>
              <a:t>Methodology</a:t>
            </a:r>
            <a:endParaRPr lang="en-IN" sz="1800">
              <a:solidFill>
                <a:schemeClr val="tx1">
                  <a:lumMod val="75000"/>
                  <a:lumOff val="25000"/>
                </a:schemeClr>
              </a:solidFill>
              <a:latin typeface="Arial" panose="020B0604020202020204" pitchFamily="34" charset="0"/>
              <a:cs typeface="Arial" panose="020B0604020202020204" pitchFamily="34" charset="0"/>
            </a:endParaRPr>
          </a:p>
        </p:txBody>
      </p:sp>
      <p:cxnSp>
        <p:nvCxnSpPr>
          <p:cNvPr id="39" name="Straight Connector 38"/>
          <p:cNvCxnSpPr/>
          <p:nvPr/>
        </p:nvCxnSpPr>
        <p:spPr>
          <a:xfrm>
            <a:off x="1042835" y="3942134"/>
            <a:ext cx="998047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1427725" y="4121144"/>
            <a:ext cx="7622826" cy="369332"/>
          </a:xfrm>
          <a:prstGeom prst="rect">
            <a:avLst/>
          </a:prstGeom>
        </p:spPr>
        <p:txBody>
          <a:bodyPr wrap="square">
            <a:spAutoFit/>
          </a:bodyPr>
          <a:lstStyle/>
          <a:p>
            <a:pPr fontAlgn="base"/>
            <a:r>
              <a:rPr lang="en-US" sz="1800">
                <a:solidFill>
                  <a:schemeClr val="tx1">
                    <a:lumMod val="75000"/>
                    <a:lumOff val="25000"/>
                  </a:schemeClr>
                </a:solidFill>
                <a:latin typeface="Open Sans" pitchFamily="34" charset="0"/>
                <a:ea typeface="Open Sans" pitchFamily="34" charset="0"/>
                <a:cs typeface="Open Sans" pitchFamily="34" charset="0"/>
              </a:rPr>
              <a:t>Results</a:t>
            </a:r>
            <a:endParaRPr lang="en-IN" sz="1800">
              <a:solidFill>
                <a:schemeClr val="tx1">
                  <a:lumMod val="75000"/>
                  <a:lumOff val="25000"/>
                </a:schemeClr>
              </a:solidFill>
              <a:latin typeface="Arial" panose="020B0604020202020204" pitchFamily="34" charset="0"/>
              <a:cs typeface="Arial" panose="020B0604020202020204" pitchFamily="34" charset="0"/>
            </a:endParaRPr>
          </a:p>
        </p:txBody>
      </p:sp>
      <p:cxnSp>
        <p:nvCxnSpPr>
          <p:cNvPr id="41" name="Straight Connector 40"/>
          <p:cNvCxnSpPr/>
          <p:nvPr/>
        </p:nvCxnSpPr>
        <p:spPr>
          <a:xfrm>
            <a:off x="1042835" y="4521254"/>
            <a:ext cx="998047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1427725" y="4685024"/>
            <a:ext cx="7622826" cy="369332"/>
          </a:xfrm>
          <a:prstGeom prst="rect">
            <a:avLst/>
          </a:prstGeom>
        </p:spPr>
        <p:txBody>
          <a:bodyPr wrap="square">
            <a:spAutoFit/>
          </a:bodyPr>
          <a:lstStyle/>
          <a:p>
            <a:pPr fontAlgn="base"/>
            <a:r>
              <a:rPr lang="en-US" sz="1800">
                <a:solidFill>
                  <a:schemeClr val="tx1">
                    <a:lumMod val="75000"/>
                    <a:lumOff val="25000"/>
                  </a:schemeClr>
                </a:solidFill>
                <a:latin typeface="Open Sans" pitchFamily="34" charset="0"/>
                <a:ea typeface="Open Sans" pitchFamily="34" charset="0"/>
                <a:cs typeface="Open Sans" pitchFamily="34" charset="0"/>
              </a:rPr>
              <a:t>Discussion</a:t>
            </a:r>
            <a:endParaRPr lang="en-IN" sz="1800">
              <a:solidFill>
                <a:schemeClr val="tx1">
                  <a:lumMod val="75000"/>
                  <a:lumOff val="25000"/>
                </a:schemeClr>
              </a:solidFill>
              <a:latin typeface="Arial" panose="020B0604020202020204" pitchFamily="34" charset="0"/>
              <a:cs typeface="Arial" panose="020B0604020202020204" pitchFamily="34" charset="0"/>
            </a:endParaRPr>
          </a:p>
        </p:txBody>
      </p:sp>
      <p:cxnSp>
        <p:nvCxnSpPr>
          <p:cNvPr id="43" name="Straight Connector 42"/>
          <p:cNvCxnSpPr/>
          <p:nvPr/>
        </p:nvCxnSpPr>
        <p:spPr>
          <a:xfrm>
            <a:off x="1042835" y="5085134"/>
            <a:ext cx="998047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4" name="Rectangle 43"/>
          <p:cNvSpPr/>
          <p:nvPr/>
        </p:nvSpPr>
        <p:spPr>
          <a:xfrm>
            <a:off x="1427725" y="5264144"/>
            <a:ext cx="7622826" cy="646331"/>
          </a:xfrm>
          <a:prstGeom prst="rect">
            <a:avLst/>
          </a:prstGeom>
        </p:spPr>
        <p:txBody>
          <a:bodyPr wrap="square">
            <a:spAutoFit/>
          </a:bodyPr>
          <a:lstStyle/>
          <a:p>
            <a:pPr fontAlgn="base"/>
            <a:r>
              <a:rPr lang="en-US" sz="1800">
                <a:solidFill>
                  <a:schemeClr val="tx1">
                    <a:lumMod val="75000"/>
                    <a:lumOff val="25000"/>
                  </a:schemeClr>
                </a:solidFill>
                <a:latin typeface="Open Sans" pitchFamily="34" charset="0"/>
                <a:ea typeface="Open Sans" pitchFamily="34" charset="0"/>
                <a:cs typeface="Open Sans" pitchFamily="34" charset="0"/>
              </a:rPr>
              <a:t>Conclusions and limitations </a:t>
            </a:r>
          </a:p>
          <a:p>
            <a:pPr fontAlgn="base"/>
            <a:endParaRPr lang="en-IN" sz="1800">
              <a:solidFill>
                <a:schemeClr val="tx1">
                  <a:lumMod val="75000"/>
                  <a:lumOff val="25000"/>
                </a:schemeClr>
              </a:solidFill>
              <a:latin typeface="Arial" panose="020B0604020202020204" pitchFamily="34" charset="0"/>
              <a:cs typeface="Arial" panose="020B0604020202020204" pitchFamily="34" charset="0"/>
            </a:endParaRPr>
          </a:p>
        </p:txBody>
      </p:sp>
      <p:cxnSp>
        <p:nvCxnSpPr>
          <p:cNvPr id="45" name="Straight Connector 44"/>
          <p:cNvCxnSpPr/>
          <p:nvPr/>
        </p:nvCxnSpPr>
        <p:spPr>
          <a:xfrm>
            <a:off x="1042835" y="5664254"/>
            <a:ext cx="998047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Rectangle 45"/>
          <p:cNvSpPr/>
          <p:nvPr/>
        </p:nvSpPr>
        <p:spPr>
          <a:xfrm>
            <a:off x="1427725" y="5843264"/>
            <a:ext cx="7622826" cy="369332"/>
          </a:xfrm>
          <a:prstGeom prst="rect">
            <a:avLst/>
          </a:prstGeom>
        </p:spPr>
        <p:txBody>
          <a:bodyPr wrap="square">
            <a:spAutoFit/>
          </a:bodyPr>
          <a:lstStyle/>
          <a:p>
            <a:pPr fontAlgn="base"/>
            <a:r>
              <a:rPr lang="en-US" sz="1800">
                <a:solidFill>
                  <a:schemeClr val="tx1">
                    <a:lumMod val="75000"/>
                    <a:lumOff val="25000"/>
                  </a:schemeClr>
                </a:solidFill>
                <a:latin typeface="Open Sans" pitchFamily="34" charset="0"/>
                <a:ea typeface="Open Sans" pitchFamily="34" charset="0"/>
                <a:cs typeface="Open Sans" pitchFamily="34" charset="0"/>
              </a:rPr>
              <a:t>Reference Slide</a:t>
            </a:r>
            <a:endParaRPr lang="en-IN" sz="1800">
              <a:solidFill>
                <a:schemeClr val="tx1">
                  <a:lumMod val="75000"/>
                  <a:lumOff val="25000"/>
                </a:schemeClr>
              </a:solidFill>
              <a:latin typeface="Arial" panose="020B0604020202020204" pitchFamily="34" charset="0"/>
              <a:cs typeface="Arial" panose="020B0604020202020204" pitchFamily="34" charset="0"/>
            </a:endParaRPr>
          </a:p>
        </p:txBody>
      </p:sp>
      <p:cxnSp>
        <p:nvCxnSpPr>
          <p:cNvPr id="47" name="Straight Connector 46"/>
          <p:cNvCxnSpPr/>
          <p:nvPr/>
        </p:nvCxnSpPr>
        <p:spPr>
          <a:xfrm>
            <a:off x="1042835" y="6243374"/>
            <a:ext cx="998047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7" name="Rectangle 56"/>
          <p:cNvSpPr/>
          <p:nvPr/>
        </p:nvSpPr>
        <p:spPr>
          <a:xfrm>
            <a:off x="10602592" y="1225544"/>
            <a:ext cx="543397" cy="400110"/>
          </a:xfrm>
          <a:prstGeom prst="rect">
            <a:avLst/>
          </a:prstGeom>
        </p:spPr>
        <p:txBody>
          <a:bodyPr wrap="square">
            <a:spAutoFit/>
          </a:bodyPr>
          <a:lstStyle/>
          <a:p>
            <a:pPr algn="ctr" fontAlgn="base"/>
            <a:r>
              <a:rPr lang="en-US" sz="2000" b="1">
                <a:solidFill>
                  <a:schemeClr val="accent4"/>
                </a:solidFill>
                <a:latin typeface="Open Sans" pitchFamily="34" charset="0"/>
                <a:ea typeface="Open Sans" pitchFamily="34" charset="0"/>
                <a:cs typeface="Open Sans" pitchFamily="34" charset="0"/>
              </a:rPr>
              <a:t>01</a:t>
            </a:r>
            <a:endParaRPr lang="en-IN" sz="2000" b="1">
              <a:solidFill>
                <a:schemeClr val="accent4"/>
              </a:solidFill>
              <a:latin typeface="Arial" panose="020B0604020202020204" pitchFamily="34" charset="0"/>
              <a:cs typeface="Arial" panose="020B0604020202020204" pitchFamily="34" charset="0"/>
            </a:endParaRPr>
          </a:p>
        </p:txBody>
      </p:sp>
      <p:sp>
        <p:nvSpPr>
          <p:cNvPr id="58" name="Rectangle 57"/>
          <p:cNvSpPr/>
          <p:nvPr/>
        </p:nvSpPr>
        <p:spPr>
          <a:xfrm>
            <a:off x="10602592" y="1804664"/>
            <a:ext cx="543397" cy="400110"/>
          </a:xfrm>
          <a:prstGeom prst="rect">
            <a:avLst/>
          </a:prstGeom>
        </p:spPr>
        <p:txBody>
          <a:bodyPr wrap="square">
            <a:spAutoFit/>
          </a:bodyPr>
          <a:lstStyle/>
          <a:p>
            <a:pPr algn="ctr" fontAlgn="base"/>
            <a:r>
              <a:rPr lang="en-US" sz="2000" b="1">
                <a:solidFill>
                  <a:schemeClr val="accent4"/>
                </a:solidFill>
                <a:latin typeface="Open Sans" pitchFamily="34" charset="0"/>
                <a:ea typeface="Open Sans" pitchFamily="34" charset="0"/>
                <a:cs typeface="Open Sans" pitchFamily="34" charset="0"/>
              </a:rPr>
              <a:t>02</a:t>
            </a:r>
            <a:endParaRPr lang="en-IN" sz="2000" b="1">
              <a:solidFill>
                <a:schemeClr val="accent4"/>
              </a:solidFill>
              <a:latin typeface="Arial" panose="020B0604020202020204" pitchFamily="34" charset="0"/>
              <a:cs typeface="Arial" panose="020B0604020202020204" pitchFamily="34" charset="0"/>
            </a:endParaRPr>
          </a:p>
        </p:txBody>
      </p:sp>
      <p:sp>
        <p:nvSpPr>
          <p:cNvPr id="59" name="Rectangle 58"/>
          <p:cNvSpPr/>
          <p:nvPr/>
        </p:nvSpPr>
        <p:spPr>
          <a:xfrm>
            <a:off x="10602592" y="2383784"/>
            <a:ext cx="543397" cy="400110"/>
          </a:xfrm>
          <a:prstGeom prst="rect">
            <a:avLst/>
          </a:prstGeom>
        </p:spPr>
        <p:txBody>
          <a:bodyPr wrap="square">
            <a:spAutoFit/>
          </a:bodyPr>
          <a:lstStyle/>
          <a:p>
            <a:pPr algn="ctr" fontAlgn="base"/>
            <a:r>
              <a:rPr lang="en-US" sz="2000" b="1">
                <a:solidFill>
                  <a:schemeClr val="accent4"/>
                </a:solidFill>
                <a:latin typeface="Open Sans" pitchFamily="34" charset="0"/>
                <a:ea typeface="Open Sans" pitchFamily="34" charset="0"/>
                <a:cs typeface="Open Sans" pitchFamily="34" charset="0"/>
              </a:rPr>
              <a:t>03</a:t>
            </a:r>
            <a:endParaRPr lang="en-IN" sz="2000" b="1">
              <a:solidFill>
                <a:schemeClr val="accent4"/>
              </a:solidFill>
              <a:latin typeface="Arial" panose="020B0604020202020204" pitchFamily="34" charset="0"/>
              <a:cs typeface="Arial" panose="020B0604020202020204" pitchFamily="34" charset="0"/>
            </a:endParaRPr>
          </a:p>
        </p:txBody>
      </p:sp>
      <p:sp>
        <p:nvSpPr>
          <p:cNvPr id="60" name="Rectangle 59"/>
          <p:cNvSpPr/>
          <p:nvPr/>
        </p:nvSpPr>
        <p:spPr>
          <a:xfrm>
            <a:off x="10602592" y="2962904"/>
            <a:ext cx="543397" cy="400110"/>
          </a:xfrm>
          <a:prstGeom prst="rect">
            <a:avLst/>
          </a:prstGeom>
        </p:spPr>
        <p:txBody>
          <a:bodyPr wrap="square">
            <a:spAutoFit/>
          </a:bodyPr>
          <a:lstStyle/>
          <a:p>
            <a:pPr algn="ctr" fontAlgn="base"/>
            <a:r>
              <a:rPr lang="en-US" sz="2000" b="1">
                <a:solidFill>
                  <a:schemeClr val="accent4"/>
                </a:solidFill>
                <a:latin typeface="Open Sans" pitchFamily="34" charset="0"/>
                <a:ea typeface="Open Sans" pitchFamily="34" charset="0"/>
                <a:cs typeface="Open Sans" pitchFamily="34" charset="0"/>
              </a:rPr>
              <a:t>04</a:t>
            </a:r>
            <a:endParaRPr lang="en-IN" sz="2000" b="1">
              <a:solidFill>
                <a:schemeClr val="accent4"/>
              </a:solidFill>
              <a:latin typeface="Arial" panose="020B0604020202020204" pitchFamily="34" charset="0"/>
              <a:cs typeface="Arial" panose="020B0604020202020204" pitchFamily="34" charset="0"/>
            </a:endParaRPr>
          </a:p>
        </p:txBody>
      </p:sp>
      <p:sp>
        <p:nvSpPr>
          <p:cNvPr id="61" name="Rectangle 60"/>
          <p:cNvSpPr/>
          <p:nvPr/>
        </p:nvSpPr>
        <p:spPr>
          <a:xfrm>
            <a:off x="10602592" y="3542024"/>
            <a:ext cx="543397" cy="400110"/>
          </a:xfrm>
          <a:prstGeom prst="rect">
            <a:avLst/>
          </a:prstGeom>
        </p:spPr>
        <p:txBody>
          <a:bodyPr wrap="square">
            <a:spAutoFit/>
          </a:bodyPr>
          <a:lstStyle/>
          <a:p>
            <a:pPr algn="ctr" fontAlgn="base"/>
            <a:r>
              <a:rPr lang="en-US" sz="2000" b="1">
                <a:solidFill>
                  <a:schemeClr val="accent4"/>
                </a:solidFill>
                <a:latin typeface="Open Sans" pitchFamily="34" charset="0"/>
                <a:ea typeface="Open Sans" pitchFamily="34" charset="0"/>
                <a:cs typeface="Open Sans" pitchFamily="34" charset="0"/>
              </a:rPr>
              <a:t>05</a:t>
            </a:r>
            <a:endParaRPr lang="en-IN" sz="2000" b="1">
              <a:solidFill>
                <a:schemeClr val="accent4"/>
              </a:solidFill>
              <a:latin typeface="Arial" panose="020B0604020202020204" pitchFamily="34" charset="0"/>
              <a:cs typeface="Arial" panose="020B0604020202020204" pitchFamily="34" charset="0"/>
            </a:endParaRPr>
          </a:p>
        </p:txBody>
      </p:sp>
      <p:sp>
        <p:nvSpPr>
          <p:cNvPr id="62" name="Rectangle 61"/>
          <p:cNvSpPr/>
          <p:nvPr/>
        </p:nvSpPr>
        <p:spPr>
          <a:xfrm>
            <a:off x="10602592" y="4121144"/>
            <a:ext cx="543397" cy="400110"/>
          </a:xfrm>
          <a:prstGeom prst="rect">
            <a:avLst/>
          </a:prstGeom>
        </p:spPr>
        <p:txBody>
          <a:bodyPr wrap="square">
            <a:spAutoFit/>
          </a:bodyPr>
          <a:lstStyle/>
          <a:p>
            <a:pPr algn="ctr" fontAlgn="base"/>
            <a:r>
              <a:rPr lang="en-US" sz="2000" b="1">
                <a:solidFill>
                  <a:schemeClr val="accent4"/>
                </a:solidFill>
                <a:latin typeface="Open Sans" pitchFamily="34" charset="0"/>
                <a:ea typeface="Open Sans" pitchFamily="34" charset="0"/>
                <a:cs typeface="Open Sans" pitchFamily="34" charset="0"/>
              </a:rPr>
              <a:t>06</a:t>
            </a:r>
            <a:endParaRPr lang="en-IN" sz="2000" b="1">
              <a:solidFill>
                <a:schemeClr val="accent4"/>
              </a:solidFill>
              <a:latin typeface="Arial" panose="020B0604020202020204" pitchFamily="34" charset="0"/>
              <a:cs typeface="Arial" panose="020B0604020202020204" pitchFamily="34" charset="0"/>
            </a:endParaRPr>
          </a:p>
        </p:txBody>
      </p:sp>
      <p:sp>
        <p:nvSpPr>
          <p:cNvPr id="63" name="Rectangle 62"/>
          <p:cNvSpPr/>
          <p:nvPr/>
        </p:nvSpPr>
        <p:spPr>
          <a:xfrm>
            <a:off x="10602592" y="4685024"/>
            <a:ext cx="543397" cy="400110"/>
          </a:xfrm>
          <a:prstGeom prst="rect">
            <a:avLst/>
          </a:prstGeom>
        </p:spPr>
        <p:txBody>
          <a:bodyPr wrap="square">
            <a:spAutoFit/>
          </a:bodyPr>
          <a:lstStyle/>
          <a:p>
            <a:pPr algn="ctr" fontAlgn="base"/>
            <a:r>
              <a:rPr lang="en-US" sz="2000" b="1">
                <a:solidFill>
                  <a:schemeClr val="accent4"/>
                </a:solidFill>
                <a:latin typeface="Open Sans" pitchFamily="34" charset="0"/>
                <a:ea typeface="Open Sans" pitchFamily="34" charset="0"/>
                <a:cs typeface="Open Sans" pitchFamily="34" charset="0"/>
              </a:rPr>
              <a:t>07</a:t>
            </a:r>
            <a:endParaRPr lang="en-IN" sz="2000" b="1">
              <a:solidFill>
                <a:schemeClr val="accent4"/>
              </a:solidFill>
              <a:latin typeface="Arial" panose="020B0604020202020204" pitchFamily="34" charset="0"/>
              <a:cs typeface="Arial" panose="020B0604020202020204" pitchFamily="34" charset="0"/>
            </a:endParaRPr>
          </a:p>
        </p:txBody>
      </p:sp>
      <p:sp>
        <p:nvSpPr>
          <p:cNvPr id="64" name="Rectangle 63"/>
          <p:cNvSpPr/>
          <p:nvPr/>
        </p:nvSpPr>
        <p:spPr>
          <a:xfrm>
            <a:off x="10602592" y="5264144"/>
            <a:ext cx="543397" cy="400110"/>
          </a:xfrm>
          <a:prstGeom prst="rect">
            <a:avLst/>
          </a:prstGeom>
        </p:spPr>
        <p:txBody>
          <a:bodyPr wrap="square">
            <a:spAutoFit/>
          </a:bodyPr>
          <a:lstStyle/>
          <a:p>
            <a:pPr algn="ctr" fontAlgn="base"/>
            <a:r>
              <a:rPr lang="en-US" sz="2000" b="1">
                <a:solidFill>
                  <a:schemeClr val="accent4"/>
                </a:solidFill>
                <a:latin typeface="Open Sans" pitchFamily="34" charset="0"/>
                <a:ea typeface="Open Sans" pitchFamily="34" charset="0"/>
                <a:cs typeface="Open Sans" pitchFamily="34" charset="0"/>
              </a:rPr>
              <a:t>08</a:t>
            </a:r>
            <a:endParaRPr lang="en-IN" sz="2000" b="1">
              <a:solidFill>
                <a:schemeClr val="accent4"/>
              </a:solidFill>
              <a:latin typeface="Arial" panose="020B0604020202020204" pitchFamily="34" charset="0"/>
              <a:cs typeface="Arial" panose="020B0604020202020204" pitchFamily="34" charset="0"/>
            </a:endParaRPr>
          </a:p>
        </p:txBody>
      </p:sp>
      <p:sp>
        <p:nvSpPr>
          <p:cNvPr id="65" name="Rectangle 64"/>
          <p:cNvSpPr/>
          <p:nvPr/>
        </p:nvSpPr>
        <p:spPr>
          <a:xfrm>
            <a:off x="10602592" y="5843264"/>
            <a:ext cx="543397" cy="400110"/>
          </a:xfrm>
          <a:prstGeom prst="rect">
            <a:avLst/>
          </a:prstGeom>
        </p:spPr>
        <p:txBody>
          <a:bodyPr wrap="square">
            <a:spAutoFit/>
          </a:bodyPr>
          <a:lstStyle/>
          <a:p>
            <a:pPr algn="ctr" fontAlgn="base"/>
            <a:r>
              <a:rPr lang="en-US" sz="2000" b="1">
                <a:solidFill>
                  <a:schemeClr val="accent4"/>
                </a:solidFill>
                <a:latin typeface="Open Sans" pitchFamily="34" charset="0"/>
                <a:ea typeface="Open Sans" pitchFamily="34" charset="0"/>
                <a:cs typeface="Open Sans" pitchFamily="34" charset="0"/>
              </a:rPr>
              <a:t>09</a:t>
            </a:r>
            <a:endParaRPr lang="en-IN" sz="2000" b="1">
              <a:solidFill>
                <a:schemeClr val="accent4"/>
              </a:solidFill>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a:solidFill>
                  <a:schemeClr val="accent4"/>
                </a:solidFill>
                <a:latin typeface="Open Sans" pitchFamily="34" charset="0"/>
                <a:ea typeface="Open Sans" pitchFamily="34" charset="0"/>
                <a:cs typeface="Open Sans" pitchFamily="34" charset="0"/>
              </a:rPr>
              <a:t>Introduction</a:t>
            </a:r>
          </a:p>
        </p:txBody>
      </p:sp>
      <p:sp>
        <p:nvSpPr>
          <p:cNvPr id="14" name="Rectangle 13"/>
          <p:cNvSpPr/>
          <p:nvPr/>
        </p:nvSpPr>
        <p:spPr>
          <a:xfrm>
            <a:off x="477788" y="1663878"/>
            <a:ext cx="10729192" cy="6494085"/>
          </a:xfrm>
          <a:prstGeom prst="rect">
            <a:avLst/>
          </a:prstGeom>
        </p:spPr>
        <p:txBody>
          <a:bodyPr wrap="square">
            <a:spAutoFit/>
          </a:bodyPr>
          <a:lstStyle/>
          <a:p>
            <a:pPr marL="285750" indent="-285750" fontAlgn="base">
              <a:buFont typeface="Wingdings" panose="05000000000000000000" pitchFamily="2" charset="2"/>
              <a:buChar char="Ø"/>
            </a:pPr>
            <a:r>
              <a:rPr lang="en-US" sz="1600">
                <a:solidFill>
                  <a:schemeClr val="tx1">
                    <a:lumMod val="65000"/>
                    <a:lumOff val="35000"/>
                  </a:schemeClr>
                </a:solidFill>
                <a:latin typeface="Arial" panose="020B0604020202020204" pitchFamily="34" charset="0"/>
                <a:cs typeface="Arial" panose="020B0604020202020204" pitchFamily="34" charset="0"/>
              </a:rPr>
              <a:t>Osteoarthritis (OA) is a degenerative joint disease affecting millions of people worldwide.</a:t>
            </a:r>
          </a:p>
          <a:p>
            <a:pPr marL="285750" indent="-285750" fontAlgn="base">
              <a:buFont typeface="Wingdings" panose="05000000000000000000" pitchFamily="2" charset="2"/>
              <a:buChar char="Ø"/>
            </a:pPr>
            <a:endParaRPr lang="en-US" sz="1600">
              <a:solidFill>
                <a:schemeClr val="tx1">
                  <a:lumMod val="65000"/>
                  <a:lumOff val="35000"/>
                </a:schemeClr>
              </a:solidFill>
              <a:latin typeface="Arial" panose="020B0604020202020204" pitchFamily="34" charset="0"/>
              <a:cs typeface="Arial" panose="020B0604020202020204" pitchFamily="34" charset="0"/>
            </a:endParaRPr>
          </a:p>
          <a:p>
            <a:pPr marL="285750" indent="-285750" fontAlgn="base">
              <a:buFont typeface="Wingdings" panose="05000000000000000000" pitchFamily="2" charset="2"/>
              <a:buChar char="Ø"/>
            </a:pPr>
            <a:r>
              <a:rPr lang="en-US" sz="1600">
                <a:solidFill>
                  <a:schemeClr val="tx1">
                    <a:lumMod val="65000"/>
                    <a:lumOff val="35000"/>
                  </a:schemeClr>
                </a:solidFill>
                <a:latin typeface="Arial" panose="020B0604020202020204" pitchFamily="34" charset="0"/>
                <a:cs typeface="Arial" panose="020B0604020202020204" pitchFamily="34" charset="0"/>
              </a:rPr>
              <a:t>Early detection of OA can help prevent further joint damage and improve patient outcomes.</a:t>
            </a:r>
          </a:p>
          <a:p>
            <a:pPr marL="285750" indent="-285750" fontAlgn="base">
              <a:buFont typeface="Wingdings" panose="05000000000000000000" pitchFamily="2" charset="2"/>
              <a:buChar char="Ø"/>
            </a:pPr>
            <a:endParaRPr lang="en-US" sz="1600">
              <a:solidFill>
                <a:schemeClr val="tx1">
                  <a:lumMod val="65000"/>
                  <a:lumOff val="35000"/>
                </a:schemeClr>
              </a:solidFill>
              <a:latin typeface="Arial" panose="020B0604020202020204" pitchFamily="34" charset="0"/>
              <a:cs typeface="Arial" panose="020B0604020202020204" pitchFamily="34" charset="0"/>
            </a:endParaRPr>
          </a:p>
          <a:p>
            <a:pPr marL="285750" indent="-285750" fontAlgn="base">
              <a:buFont typeface="Wingdings" panose="05000000000000000000" pitchFamily="2" charset="2"/>
              <a:buChar char="Ø"/>
            </a:pPr>
            <a:r>
              <a:rPr lang="en-US" sz="1600">
                <a:solidFill>
                  <a:schemeClr val="tx1">
                    <a:lumMod val="65000"/>
                    <a:lumOff val="35000"/>
                  </a:schemeClr>
                </a:solidFill>
                <a:latin typeface="Arial" panose="020B0604020202020204" pitchFamily="34" charset="0"/>
                <a:cs typeface="Arial" panose="020B0604020202020204" pitchFamily="34" charset="0"/>
              </a:rPr>
              <a:t>This progressive disease can affect various joints in the body, such as the knees, hips, hands, spine, shoulders, and more. It typically develops slowly over time, and the symptoms tend to worsen gradually, affecting individuals' quality of life and daily activities.</a:t>
            </a:r>
          </a:p>
          <a:p>
            <a:pPr marL="285750" indent="-285750" fontAlgn="base">
              <a:buFont typeface="Wingdings" panose="05000000000000000000" pitchFamily="2" charset="2"/>
              <a:buChar char="Ø"/>
            </a:pPr>
            <a:endParaRPr lang="en-US" sz="1600">
              <a:solidFill>
                <a:schemeClr val="tx1">
                  <a:lumMod val="65000"/>
                  <a:lumOff val="35000"/>
                </a:schemeClr>
              </a:solidFill>
              <a:latin typeface="Arial" panose="020B0604020202020204" pitchFamily="34" charset="0"/>
              <a:cs typeface="Arial" panose="020B0604020202020204" pitchFamily="34" charset="0"/>
            </a:endParaRPr>
          </a:p>
          <a:p>
            <a:pPr marL="285750" indent="-285750" fontAlgn="base">
              <a:buFont typeface="Wingdings" panose="05000000000000000000" pitchFamily="2" charset="2"/>
              <a:buChar char="Ø"/>
            </a:pPr>
            <a:r>
              <a:rPr lang="en-US" sz="1600">
                <a:solidFill>
                  <a:schemeClr val="tx1">
                    <a:lumMod val="65000"/>
                    <a:lumOff val="35000"/>
                  </a:schemeClr>
                </a:solidFill>
                <a:latin typeface="Arial" panose="020B0604020202020204" pitchFamily="34" charset="0"/>
                <a:cs typeface="Arial" panose="020B0604020202020204" pitchFamily="34" charset="0"/>
              </a:rPr>
              <a:t>We will discuss the different methods and techniques used to detect osteoarthritis, including imaging tests, clinical assessments, and biomarkers. We will also explore the challenges and limitations of current detection methods and potential future directions for research in this field.</a:t>
            </a:r>
          </a:p>
          <a:p>
            <a:pPr algn="ctr" fontAlgn="base"/>
            <a:endParaRPr lang="en-US" sz="1600">
              <a:solidFill>
                <a:schemeClr val="tx1">
                  <a:lumMod val="65000"/>
                  <a:lumOff val="35000"/>
                </a:schemeClr>
              </a:solidFill>
              <a:latin typeface="Arial" panose="020B0604020202020204" pitchFamily="34" charset="0"/>
              <a:cs typeface="Arial" panose="020B0604020202020204" pitchFamily="34" charset="0"/>
            </a:endParaRPr>
          </a:p>
          <a:p>
            <a:pPr algn="ctr" fontAlgn="base"/>
            <a:endParaRPr lang="en-US" sz="1600">
              <a:solidFill>
                <a:schemeClr val="tx1">
                  <a:lumMod val="65000"/>
                  <a:lumOff val="35000"/>
                </a:schemeClr>
              </a:solidFill>
              <a:latin typeface="Arial" panose="020B0604020202020204" pitchFamily="34" charset="0"/>
              <a:cs typeface="Arial" panose="020B0604020202020204" pitchFamily="34" charset="0"/>
            </a:endParaRPr>
          </a:p>
          <a:p>
            <a:pPr algn="ctr" fontAlgn="base"/>
            <a:endParaRPr lang="en-US" sz="1600">
              <a:solidFill>
                <a:schemeClr val="tx1">
                  <a:lumMod val="65000"/>
                  <a:lumOff val="35000"/>
                </a:schemeClr>
              </a:solidFill>
              <a:latin typeface="Arial" panose="020B0604020202020204" pitchFamily="34" charset="0"/>
              <a:cs typeface="Arial" panose="020B0604020202020204" pitchFamily="34" charset="0"/>
            </a:endParaRPr>
          </a:p>
          <a:p>
            <a:pPr algn="ctr" fontAlgn="base"/>
            <a:endParaRPr lang="en-US" sz="1600">
              <a:solidFill>
                <a:schemeClr val="tx1">
                  <a:lumMod val="65000"/>
                  <a:lumOff val="35000"/>
                </a:schemeClr>
              </a:solidFill>
              <a:latin typeface="Arial" panose="020B0604020202020204" pitchFamily="34" charset="0"/>
              <a:cs typeface="Arial" panose="020B0604020202020204" pitchFamily="34" charset="0"/>
            </a:endParaRPr>
          </a:p>
          <a:p>
            <a:pPr marL="285750" indent="-285750" algn="ctr" fontAlgn="base">
              <a:buFont typeface="Wingdings" panose="05000000000000000000" pitchFamily="2" charset="2"/>
              <a:buChar char="Ø"/>
            </a:pPr>
            <a:endParaRPr lang="en-US" sz="1600">
              <a:solidFill>
                <a:schemeClr val="tx1">
                  <a:lumMod val="65000"/>
                  <a:lumOff val="35000"/>
                </a:schemeClr>
              </a:solidFill>
              <a:latin typeface="Arial" panose="020B0604020202020204" pitchFamily="34" charset="0"/>
              <a:cs typeface="Arial" panose="020B0604020202020204" pitchFamily="34" charset="0"/>
            </a:endParaRPr>
          </a:p>
          <a:p>
            <a:pPr marL="285750" indent="-285750" algn="ctr" fontAlgn="base">
              <a:buFont typeface="Wingdings" panose="05000000000000000000" pitchFamily="2" charset="2"/>
              <a:buChar char="Ø"/>
            </a:pPr>
            <a:endParaRPr lang="en-US" sz="1600">
              <a:solidFill>
                <a:schemeClr val="tx1">
                  <a:lumMod val="65000"/>
                  <a:lumOff val="35000"/>
                </a:schemeClr>
              </a:solidFill>
              <a:latin typeface="Arial" panose="020B0604020202020204" pitchFamily="34" charset="0"/>
              <a:cs typeface="Arial" panose="020B0604020202020204" pitchFamily="34" charset="0"/>
            </a:endParaRPr>
          </a:p>
          <a:p>
            <a:pPr algn="ctr" fontAlgn="base"/>
            <a:endParaRPr lang="en-US" sz="1600">
              <a:solidFill>
                <a:schemeClr val="tx1">
                  <a:lumMod val="65000"/>
                  <a:lumOff val="35000"/>
                </a:schemeClr>
              </a:solidFill>
              <a:latin typeface="Arial" panose="020B0604020202020204" pitchFamily="34" charset="0"/>
              <a:cs typeface="Arial" panose="020B0604020202020204" pitchFamily="34" charset="0"/>
            </a:endParaRPr>
          </a:p>
          <a:p>
            <a:pPr algn="ctr" fontAlgn="base"/>
            <a:endParaRPr lang="en-US" sz="1600">
              <a:solidFill>
                <a:schemeClr val="tx1">
                  <a:lumMod val="65000"/>
                  <a:lumOff val="35000"/>
                </a:schemeClr>
              </a:solidFill>
              <a:latin typeface="Arial" panose="020B0604020202020204" pitchFamily="34" charset="0"/>
              <a:cs typeface="Arial" panose="020B0604020202020204" pitchFamily="34" charset="0"/>
            </a:endParaRPr>
          </a:p>
          <a:p>
            <a:pPr marL="285750" indent="-285750" algn="ctr" fontAlgn="base">
              <a:buFont typeface="Wingdings" panose="05000000000000000000" pitchFamily="2" charset="2"/>
              <a:buChar char="Ø"/>
            </a:pPr>
            <a:endParaRPr lang="en-US" sz="1600">
              <a:solidFill>
                <a:schemeClr val="tx1">
                  <a:lumMod val="65000"/>
                  <a:lumOff val="35000"/>
                </a:schemeClr>
              </a:solidFill>
              <a:latin typeface="Arial" panose="020B0604020202020204" pitchFamily="34" charset="0"/>
              <a:cs typeface="Arial" panose="020B0604020202020204" pitchFamily="34" charset="0"/>
            </a:endParaRPr>
          </a:p>
          <a:p>
            <a:pPr marL="285750" indent="-285750" algn="ctr" fontAlgn="base">
              <a:buFont typeface="Wingdings" panose="05000000000000000000" pitchFamily="2" charset="2"/>
              <a:buChar char="Ø"/>
            </a:pPr>
            <a:endParaRPr lang="en-US" sz="1600">
              <a:solidFill>
                <a:schemeClr val="tx1">
                  <a:lumMod val="65000"/>
                  <a:lumOff val="35000"/>
                </a:schemeClr>
              </a:solidFill>
              <a:latin typeface="Arial" panose="020B0604020202020204" pitchFamily="34" charset="0"/>
              <a:cs typeface="Arial" panose="020B0604020202020204" pitchFamily="34" charset="0"/>
            </a:endParaRPr>
          </a:p>
          <a:p>
            <a:pPr marL="285750" indent="-285750" algn="ctr" fontAlgn="base">
              <a:buFont typeface="Wingdings" panose="05000000000000000000" pitchFamily="2" charset="2"/>
              <a:buChar char="Ø"/>
            </a:pPr>
            <a:endParaRPr lang="en-US" sz="1600">
              <a:solidFill>
                <a:schemeClr val="tx1">
                  <a:lumMod val="65000"/>
                  <a:lumOff val="35000"/>
                </a:schemeClr>
              </a:solidFill>
              <a:latin typeface="Arial" panose="020B0604020202020204" pitchFamily="34" charset="0"/>
              <a:cs typeface="Arial" panose="020B0604020202020204" pitchFamily="34" charset="0"/>
            </a:endParaRPr>
          </a:p>
          <a:p>
            <a:pPr algn="ctr" fontAlgn="base"/>
            <a:endParaRPr lang="en-US" sz="1600">
              <a:solidFill>
                <a:schemeClr val="tx1">
                  <a:lumMod val="65000"/>
                  <a:lumOff val="35000"/>
                </a:schemeClr>
              </a:solidFill>
              <a:latin typeface="Arial" panose="020B0604020202020204" pitchFamily="34" charset="0"/>
              <a:cs typeface="Arial" panose="020B0604020202020204" pitchFamily="34" charset="0"/>
            </a:endParaRPr>
          </a:p>
          <a:p>
            <a:pPr marL="285750" indent="-285750" algn="ctr" fontAlgn="base">
              <a:buFont typeface="Wingdings" panose="05000000000000000000" pitchFamily="2" charset="2"/>
              <a:buChar char="Ø"/>
            </a:pPr>
            <a:endParaRPr lang="en-US" sz="1600">
              <a:solidFill>
                <a:schemeClr val="tx1">
                  <a:lumMod val="65000"/>
                  <a:lumOff val="35000"/>
                </a:schemeClr>
              </a:solidFill>
              <a:latin typeface="Arial" panose="020B0604020202020204" pitchFamily="34" charset="0"/>
              <a:cs typeface="Arial" panose="020B0604020202020204" pitchFamily="34" charset="0"/>
            </a:endParaRPr>
          </a:p>
          <a:p>
            <a:pPr marL="285750" indent="-285750" algn="ctr" fontAlgn="base">
              <a:buFont typeface="Wingdings" panose="05000000000000000000" pitchFamily="2" charset="2"/>
              <a:buChar char="Ø"/>
            </a:pPr>
            <a:endParaRPr lang="en-US" sz="1600">
              <a:solidFill>
                <a:schemeClr val="tx1">
                  <a:lumMod val="65000"/>
                  <a:lumOff val="35000"/>
                </a:schemeClr>
              </a:solidFill>
              <a:latin typeface="Arial" panose="020B0604020202020204" pitchFamily="34" charset="0"/>
              <a:cs typeface="Arial" panose="020B0604020202020204" pitchFamily="34" charset="0"/>
            </a:endParaRPr>
          </a:p>
          <a:p>
            <a:pPr marL="285750" indent="-285750" algn="ctr" fontAlgn="base">
              <a:buFont typeface="Wingdings" panose="05000000000000000000" pitchFamily="2" charset="2"/>
              <a:buChar char="Ø"/>
            </a:pPr>
            <a:endParaRPr lang="en-IN" sz="1600">
              <a:solidFill>
                <a:schemeClr val="tx1">
                  <a:lumMod val="65000"/>
                  <a:lumOff val="35000"/>
                </a:schemeClr>
              </a:solidFill>
              <a:latin typeface="Arial" panose="020B0604020202020204" pitchFamily="34" charset="0"/>
              <a:cs typeface="Arial" panose="020B0604020202020204" pitchFamily="34" charset="0"/>
            </a:endParaRPr>
          </a:p>
        </p:txBody>
      </p:sp>
      <p:sp>
        <p:nvSpPr>
          <p:cNvPr id="15" name="Rectangle 14"/>
          <p:cNvSpPr/>
          <p:nvPr/>
        </p:nvSpPr>
        <p:spPr>
          <a:xfrm>
            <a:off x="4725527" y="3791169"/>
            <a:ext cx="2737770" cy="400110"/>
          </a:xfrm>
          <a:prstGeom prst="rect">
            <a:avLst/>
          </a:prstGeom>
        </p:spPr>
        <p:txBody>
          <a:bodyPr wrap="square">
            <a:spAutoFit/>
          </a:bodyPr>
          <a:lstStyle/>
          <a:p>
            <a:pPr algn="ctr" fontAlgn="base"/>
            <a:endParaRPr lang="en-IN" sz="2000" b="1">
              <a:solidFill>
                <a:schemeClr val="tx1">
                  <a:lumMod val="75000"/>
                  <a:lumOff val="25000"/>
                </a:schemeClr>
              </a:solidFill>
              <a:latin typeface="Arial" panose="020B0604020202020204" pitchFamily="34" charset="0"/>
              <a:cs typeface="Arial" panose="020B0604020202020204" pitchFamily="34" charset="0"/>
            </a:endParaRPr>
          </a:p>
        </p:txBody>
      </p:sp>
      <p:sp>
        <p:nvSpPr>
          <p:cNvPr id="23" name="Slide Number Placeholder 22"/>
          <p:cNvSpPr>
            <a:spLocks noGrp="1"/>
          </p:cNvSpPr>
          <p:nvPr>
            <p:ph type="sldNum" sz="quarter" idx="12"/>
          </p:nvPr>
        </p:nvSpPr>
        <p:spPr/>
        <p:txBody>
          <a:bodyPr/>
          <a:lstStyle/>
          <a:p>
            <a:fld id="{96E69268-9C8B-4EBF-A9EE-DC5DC2D48DC3}" type="slidenum">
              <a:rPr lang="en-US" smtClean="0"/>
              <a:t>4</a:t>
            </a:fld>
            <a:endParaRPr lang="en-US"/>
          </a:p>
        </p:txBody>
      </p:sp>
      <p:pic>
        <p:nvPicPr>
          <p:cNvPr id="7" name="Picture 6">
            <a:extLst>
              <a:ext uri="{FF2B5EF4-FFF2-40B4-BE49-F238E27FC236}">
                <a16:creationId xmlns:a16="http://schemas.microsoft.com/office/drawing/2014/main" id="{0390C903-66F5-4FC2-9962-095EBB8F21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3851" y="4405917"/>
            <a:ext cx="4105169" cy="2119427"/>
          </a:xfrm>
          <a:prstGeom prst="rect">
            <a:avLst/>
          </a:prstGeom>
        </p:spPr>
      </p:pic>
      <p:pic>
        <p:nvPicPr>
          <p:cNvPr id="10" name="Picture 9">
            <a:extLst>
              <a:ext uri="{FF2B5EF4-FFF2-40B4-BE49-F238E27FC236}">
                <a16:creationId xmlns:a16="http://schemas.microsoft.com/office/drawing/2014/main" id="{C9841CA5-9071-494D-9E01-AD6175DB92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54452" y="4391516"/>
            <a:ext cx="4075347" cy="196215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4000" t="-23000" b="-9000"/>
          </a:stretch>
        </a:blipFill>
        <a:effectLst/>
      </p:bgPr>
    </p:bg>
    <p:spTree>
      <p:nvGrpSpPr>
        <p:cNvPr id="1" name=""/>
        <p:cNvGrpSpPr/>
        <p:nvPr/>
      </p:nvGrpSpPr>
      <p:grpSpPr>
        <a:xfrm>
          <a:off x="0" y="0"/>
          <a:ext cx="0" cy="0"/>
          <a:chOff x="0" y="0"/>
          <a:chExt cx="0" cy="0"/>
        </a:xfrm>
      </p:grpSpPr>
      <p:sp>
        <p:nvSpPr>
          <p:cNvPr id="11" name="Rectangle 10"/>
          <p:cNvSpPr/>
          <p:nvPr/>
        </p:nvSpPr>
        <p:spPr>
          <a:xfrm>
            <a:off x="-1" y="44624"/>
            <a:ext cx="12188825" cy="6858000"/>
          </a:xfrm>
          <a:prstGeom prst="rect">
            <a:avLst/>
          </a:prstGeom>
          <a:solidFill>
            <a:schemeClr val="accent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p:txBody>
          <a:bodyPr/>
          <a:lstStyle/>
          <a:p>
            <a:pPr algn="ctr"/>
            <a:r>
              <a:rPr lang="en-IN" b="1">
                <a:solidFill>
                  <a:schemeClr val="bg1"/>
                </a:solidFill>
                <a:latin typeface="Open Sans" pitchFamily="34" charset="0"/>
                <a:ea typeface="Open Sans" pitchFamily="34" charset="0"/>
                <a:cs typeface="Open Sans" pitchFamily="34" charset="0"/>
              </a:rPr>
              <a:t>Problem </a:t>
            </a:r>
            <a:r>
              <a:rPr lang="en-IN" b="1">
                <a:solidFill>
                  <a:schemeClr val="accent4"/>
                </a:solidFill>
                <a:latin typeface="Open Sans" pitchFamily="34" charset="0"/>
                <a:ea typeface="Open Sans" pitchFamily="34" charset="0"/>
                <a:cs typeface="Open Sans" pitchFamily="34" charset="0"/>
              </a:rPr>
              <a:t>Statement</a:t>
            </a:r>
          </a:p>
        </p:txBody>
      </p:sp>
      <p:sp>
        <p:nvSpPr>
          <p:cNvPr id="3" name="Oval 2"/>
          <p:cNvSpPr/>
          <p:nvPr/>
        </p:nvSpPr>
        <p:spPr>
          <a:xfrm>
            <a:off x="4918607" y="1685103"/>
            <a:ext cx="2124634" cy="212463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p:cNvSpPr/>
          <p:nvPr/>
        </p:nvSpPr>
        <p:spPr>
          <a:xfrm>
            <a:off x="1341884" y="3954146"/>
            <a:ext cx="9294032" cy="2062103"/>
          </a:xfrm>
          <a:prstGeom prst="rect">
            <a:avLst/>
          </a:prstGeom>
        </p:spPr>
        <p:txBody>
          <a:bodyPr wrap="square">
            <a:spAutoFit/>
          </a:bodyPr>
          <a:lstStyle/>
          <a:p>
            <a:pPr algn="ctr" fontAlgn="base"/>
            <a:r>
              <a:rPr lang="en-US" sz="1600">
                <a:solidFill>
                  <a:schemeClr val="bg1"/>
                </a:solidFill>
                <a:latin typeface="Open Sans" pitchFamily="34" charset="0"/>
                <a:ea typeface="Open Sans" pitchFamily="34" charset="0"/>
                <a:cs typeface="Open Sans" pitchFamily="34" charset="0"/>
              </a:rPr>
              <a:t>Osteoarthritis is a chronic joint disease that affects millions of people worldwide. The prevalence of osteoarthritis is increasing, and it can lead to severe pain and disability. Early detection of osteoarthritis is crucial for effective treatment and management</a:t>
            </a:r>
          </a:p>
          <a:p>
            <a:pPr fontAlgn="base"/>
            <a:endParaRPr lang="en-US" sz="1600">
              <a:solidFill>
                <a:schemeClr val="bg1"/>
              </a:solidFill>
              <a:latin typeface="Open Sans" pitchFamily="34" charset="0"/>
              <a:ea typeface="Open Sans" pitchFamily="34" charset="0"/>
              <a:cs typeface="Open Sans" pitchFamily="34" charset="0"/>
            </a:endParaRPr>
          </a:p>
          <a:p>
            <a:pPr fontAlgn="base"/>
            <a:r>
              <a:rPr lang="en-US" sz="1600">
                <a:solidFill>
                  <a:schemeClr val="bg1"/>
                </a:solidFill>
                <a:latin typeface="Open Sans" pitchFamily="34" charset="0"/>
                <a:ea typeface="Open Sans" pitchFamily="34" charset="0"/>
                <a:cs typeface="Open Sans" pitchFamily="34" charset="0"/>
              </a:rPr>
              <a:t>  Highlight the significance and impact of osteoarthritis:</a:t>
            </a:r>
          </a:p>
          <a:p>
            <a:pPr fontAlgn="base"/>
            <a:endParaRPr lang="en-US" sz="1600">
              <a:solidFill>
                <a:schemeClr val="bg1"/>
              </a:solidFill>
              <a:latin typeface="Open Sans" pitchFamily="34" charset="0"/>
              <a:ea typeface="Open Sans" pitchFamily="34" charset="0"/>
              <a:cs typeface="Open Sans" pitchFamily="34" charset="0"/>
            </a:endParaRPr>
          </a:p>
          <a:p>
            <a:pPr marL="342900" indent="-342900" fontAlgn="base">
              <a:buFont typeface="Wingdings" panose="05000000000000000000" pitchFamily="2" charset="2"/>
              <a:buChar char="v"/>
            </a:pPr>
            <a:r>
              <a:rPr lang="en-US" sz="1600">
                <a:solidFill>
                  <a:schemeClr val="bg1"/>
                </a:solidFill>
                <a:latin typeface="Open Sans" pitchFamily="34" charset="0"/>
                <a:ea typeface="Open Sans" pitchFamily="34" charset="0"/>
                <a:cs typeface="Open Sans" pitchFamily="34" charset="0"/>
              </a:rPr>
              <a:t>Prevalence and burden of osteoarthritis on individuals and healthcare systems</a:t>
            </a:r>
          </a:p>
          <a:p>
            <a:pPr marL="342900" indent="-342900" fontAlgn="base">
              <a:buFont typeface="Wingdings" panose="05000000000000000000" pitchFamily="2" charset="2"/>
              <a:buChar char="v"/>
            </a:pPr>
            <a:r>
              <a:rPr lang="en-US" sz="1600">
                <a:solidFill>
                  <a:schemeClr val="bg1"/>
                </a:solidFill>
                <a:latin typeface="Open Sans" pitchFamily="34" charset="0"/>
                <a:ea typeface="Open Sans" pitchFamily="34" charset="0"/>
                <a:cs typeface="Open Sans" pitchFamily="34" charset="0"/>
              </a:rPr>
              <a:t>Challenges in timely detection and intervention for effective management</a:t>
            </a:r>
            <a:endParaRPr lang="en-IN" sz="1600">
              <a:solidFill>
                <a:schemeClr val="bg1"/>
              </a:solidFill>
              <a:latin typeface="Open Sans" pitchFamily="34" charset="0"/>
              <a:ea typeface="Open Sans" pitchFamily="34" charset="0"/>
              <a:cs typeface="Open Sans" pitchFamily="34" charset="0"/>
            </a:endParaRPr>
          </a:p>
        </p:txBody>
      </p:sp>
      <p:grpSp>
        <p:nvGrpSpPr>
          <p:cNvPr id="10" name="Group 9"/>
          <p:cNvGrpSpPr/>
          <p:nvPr/>
        </p:nvGrpSpPr>
        <p:grpSpPr>
          <a:xfrm>
            <a:off x="5441021" y="2472021"/>
            <a:ext cx="1306779" cy="870239"/>
            <a:chOff x="-5224463" y="749300"/>
            <a:chExt cx="5840413" cy="3889375"/>
          </a:xfrm>
          <a:solidFill>
            <a:schemeClr val="bg1"/>
          </a:solidFill>
        </p:grpSpPr>
        <p:sp>
          <p:nvSpPr>
            <p:cNvPr id="8" name="Freeform 5"/>
            <p:cNvSpPr/>
            <p:nvPr/>
          </p:nvSpPr>
          <p:spPr bwMode="auto">
            <a:xfrm>
              <a:off x="-3573463" y="2587625"/>
              <a:ext cx="762000" cy="365125"/>
            </a:xfrm>
            <a:custGeom>
              <a:avLst/>
              <a:gdLst>
                <a:gd name="T0" fmla="*/ 193 w 251"/>
                <a:gd name="T1" fmla="*/ 12 h 120"/>
                <a:gd name="T2" fmla="*/ 58 w 251"/>
                <a:gd name="T3" fmla="*/ 12 h 120"/>
                <a:gd name="T4" fmla="*/ 58 w 251"/>
                <a:gd name="T5" fmla="*/ 12 h 120"/>
                <a:gd name="T6" fmla="*/ 12 w 251"/>
                <a:gd name="T7" fmla="*/ 13 h 120"/>
                <a:gd name="T8" fmla="*/ 12 w 251"/>
                <a:gd name="T9" fmla="*/ 58 h 120"/>
                <a:gd name="T10" fmla="*/ 239 w 251"/>
                <a:gd name="T11" fmla="*/ 58 h 120"/>
                <a:gd name="T12" fmla="*/ 238 w 251"/>
                <a:gd name="T13" fmla="*/ 12 h 120"/>
                <a:gd name="T14" fmla="*/ 193 w 251"/>
                <a:gd name="T15" fmla="*/ 12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1" h="120">
                  <a:moveTo>
                    <a:pt x="193" y="12"/>
                  </a:moveTo>
                  <a:cubicBezTo>
                    <a:pt x="156" y="50"/>
                    <a:pt x="95" y="50"/>
                    <a:pt x="58" y="12"/>
                  </a:cubicBezTo>
                  <a:cubicBezTo>
                    <a:pt x="58" y="12"/>
                    <a:pt x="58" y="12"/>
                    <a:pt x="58" y="12"/>
                  </a:cubicBezTo>
                  <a:cubicBezTo>
                    <a:pt x="45" y="0"/>
                    <a:pt x="25" y="0"/>
                    <a:pt x="12" y="13"/>
                  </a:cubicBezTo>
                  <a:cubicBezTo>
                    <a:pt x="0" y="26"/>
                    <a:pt x="0" y="45"/>
                    <a:pt x="12" y="58"/>
                  </a:cubicBezTo>
                  <a:cubicBezTo>
                    <a:pt x="75" y="120"/>
                    <a:pt x="176" y="120"/>
                    <a:pt x="239" y="58"/>
                  </a:cubicBezTo>
                  <a:cubicBezTo>
                    <a:pt x="251" y="45"/>
                    <a:pt x="251" y="25"/>
                    <a:pt x="238" y="12"/>
                  </a:cubicBezTo>
                  <a:cubicBezTo>
                    <a:pt x="225" y="0"/>
                    <a:pt x="206" y="0"/>
                    <a:pt x="193" y="12"/>
                  </a:cubicBezTo>
                  <a:close/>
                </a:path>
              </a:pathLst>
            </a:custGeom>
            <a:grpFill/>
            <a:ln w="9525">
              <a:noFill/>
              <a:round/>
            </a:ln>
          </p:spPr>
          <p:txBody>
            <a:bodyPr vert="horz" wrap="square" lIns="91440" tIns="45720" rIns="91440" bIns="45720" numCol="1" anchor="t" anchorCtr="0" compatLnSpc="1"/>
            <a:lstStyle/>
            <a:p>
              <a:endParaRPr lang="en-IN"/>
            </a:p>
          </p:txBody>
        </p:sp>
        <p:sp>
          <p:nvSpPr>
            <p:cNvPr id="9" name="Freeform 6"/>
            <p:cNvSpPr>
              <a:spLocks noEditPoints="1"/>
            </p:cNvSpPr>
            <p:nvPr/>
          </p:nvSpPr>
          <p:spPr bwMode="auto">
            <a:xfrm>
              <a:off x="-5224463" y="749300"/>
              <a:ext cx="5840413" cy="3889375"/>
            </a:xfrm>
            <a:custGeom>
              <a:avLst/>
              <a:gdLst>
                <a:gd name="T0" fmla="*/ 1505 w 1924"/>
                <a:gd name="T1" fmla="*/ 0 h 1280"/>
                <a:gd name="T2" fmla="*/ 1228 w 1924"/>
                <a:gd name="T3" fmla="*/ 311 h 1280"/>
                <a:gd name="T4" fmla="*/ 1111 w 1924"/>
                <a:gd name="T5" fmla="*/ 383 h 1280"/>
                <a:gd name="T6" fmla="*/ 730 w 1924"/>
                <a:gd name="T7" fmla="*/ 383 h 1280"/>
                <a:gd name="T8" fmla="*/ 698 w 1924"/>
                <a:gd name="T9" fmla="*/ 266 h 1280"/>
                <a:gd name="T10" fmla="*/ 420 w 1924"/>
                <a:gd name="T11" fmla="*/ 0 h 1280"/>
                <a:gd name="T12" fmla="*/ 12 w 1924"/>
                <a:gd name="T13" fmla="*/ 439 h 1280"/>
                <a:gd name="T14" fmla="*/ 314 w 1924"/>
                <a:gd name="T15" fmla="*/ 695 h 1280"/>
                <a:gd name="T16" fmla="*/ 471 w 1924"/>
                <a:gd name="T17" fmla="*/ 893 h 1280"/>
                <a:gd name="T18" fmla="*/ 565 w 1924"/>
                <a:gd name="T19" fmla="*/ 1003 h 1280"/>
                <a:gd name="T20" fmla="*/ 842 w 1924"/>
                <a:gd name="T21" fmla="*/ 1280 h 1280"/>
                <a:gd name="T22" fmla="*/ 940 w 1924"/>
                <a:gd name="T23" fmla="*/ 1222 h 1280"/>
                <a:gd name="T24" fmla="*/ 1095 w 1924"/>
                <a:gd name="T25" fmla="*/ 1252 h 1280"/>
                <a:gd name="T26" fmla="*/ 1588 w 1924"/>
                <a:gd name="T27" fmla="*/ 669 h 1280"/>
                <a:gd name="T28" fmla="*/ 1635 w 1924"/>
                <a:gd name="T29" fmla="*/ 704 h 1280"/>
                <a:gd name="T30" fmla="*/ 1912 w 1924"/>
                <a:gd name="T31" fmla="*/ 394 h 1280"/>
                <a:gd name="T32" fmla="*/ 80 w 1924"/>
                <a:gd name="T33" fmla="*/ 417 h 1280"/>
                <a:gd name="T34" fmla="*/ 291 w 1924"/>
                <a:gd name="T35" fmla="*/ 627 h 1280"/>
                <a:gd name="T36" fmla="*/ 423 w 1924"/>
                <a:gd name="T37" fmla="*/ 663 h 1280"/>
                <a:gd name="T38" fmla="*/ 694 w 1924"/>
                <a:gd name="T39" fmla="*/ 437 h 1280"/>
                <a:gd name="T40" fmla="*/ 1012 w 1924"/>
                <a:gd name="T41" fmla="*/ 529 h 1280"/>
                <a:gd name="T42" fmla="*/ 1123 w 1924"/>
                <a:gd name="T43" fmla="*/ 704 h 1280"/>
                <a:gd name="T44" fmla="*/ 986 w 1924"/>
                <a:gd name="T45" fmla="*/ 585 h 1280"/>
                <a:gd name="T46" fmla="*/ 981 w 1924"/>
                <a:gd name="T47" fmla="*/ 582 h 1280"/>
                <a:gd name="T48" fmla="*/ 963 w 1924"/>
                <a:gd name="T49" fmla="*/ 576 h 1280"/>
                <a:gd name="T50" fmla="*/ 946 w 1924"/>
                <a:gd name="T51" fmla="*/ 582 h 1280"/>
                <a:gd name="T52" fmla="*/ 517 w 1924"/>
                <a:gd name="T53" fmla="*/ 848 h 1280"/>
                <a:gd name="T54" fmla="*/ 1409 w 1924"/>
                <a:gd name="T55" fmla="*/ 848 h 1280"/>
                <a:gd name="T56" fmla="*/ 1028 w 1924"/>
                <a:gd name="T57" fmla="*/ 1216 h 1280"/>
                <a:gd name="T58" fmla="*/ 1026 w 1924"/>
                <a:gd name="T59" fmla="*/ 1141 h 1280"/>
                <a:gd name="T60" fmla="*/ 1115 w 1924"/>
                <a:gd name="T61" fmla="*/ 1003 h 1280"/>
                <a:gd name="T62" fmla="*/ 865 w 1924"/>
                <a:gd name="T63" fmla="*/ 1207 h 1280"/>
                <a:gd name="T64" fmla="*/ 811 w 1924"/>
                <a:gd name="T65" fmla="*/ 1184 h 1280"/>
                <a:gd name="T66" fmla="*/ 1023 w 1924"/>
                <a:gd name="T67" fmla="*/ 912 h 1280"/>
                <a:gd name="T68" fmla="*/ 752 w 1924"/>
                <a:gd name="T69" fmla="*/ 1126 h 1280"/>
                <a:gd name="T70" fmla="*/ 729 w 1924"/>
                <a:gd name="T71" fmla="*/ 1071 h 1280"/>
                <a:gd name="T72" fmla="*/ 887 w 1924"/>
                <a:gd name="T73" fmla="*/ 822 h 1280"/>
                <a:gd name="T74" fmla="*/ 661 w 1924"/>
                <a:gd name="T75" fmla="*/ 1035 h 1280"/>
                <a:gd name="T76" fmla="*/ 964 w 1924"/>
                <a:gd name="T77" fmla="*/ 653 h 1280"/>
                <a:gd name="T78" fmla="*/ 1123 w 1924"/>
                <a:gd name="T79" fmla="*/ 768 h 1280"/>
                <a:gd name="T80" fmla="*/ 1056 w 1924"/>
                <a:gd name="T81" fmla="*/ 482 h 1280"/>
                <a:gd name="T82" fmla="*/ 1209 w 1924"/>
                <a:gd name="T83" fmla="*/ 447 h 1280"/>
                <a:gd name="T84" fmla="*/ 1542 w 1924"/>
                <a:gd name="T85" fmla="*/ 624 h 1280"/>
                <a:gd name="T86" fmla="*/ 1296 w 1924"/>
                <a:gd name="T87" fmla="*/ 288 h 1280"/>
                <a:gd name="T88" fmla="*/ 1635 w 1924"/>
                <a:gd name="T89" fmla="*/ 627 h 1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24" h="1280">
                  <a:moveTo>
                    <a:pt x="1527" y="9"/>
                  </a:moveTo>
                  <a:cubicBezTo>
                    <a:pt x="1521" y="3"/>
                    <a:pt x="1513" y="0"/>
                    <a:pt x="1505" y="0"/>
                  </a:cubicBezTo>
                  <a:cubicBezTo>
                    <a:pt x="1505" y="0"/>
                    <a:pt x="1505" y="0"/>
                    <a:pt x="1505" y="0"/>
                  </a:cubicBezTo>
                  <a:cubicBezTo>
                    <a:pt x="1496" y="0"/>
                    <a:pt x="1488" y="4"/>
                    <a:pt x="1482" y="10"/>
                  </a:cubicBezTo>
                  <a:cubicBezTo>
                    <a:pt x="1228" y="266"/>
                    <a:pt x="1228" y="266"/>
                    <a:pt x="1228" y="266"/>
                  </a:cubicBezTo>
                  <a:cubicBezTo>
                    <a:pt x="1216" y="278"/>
                    <a:pt x="1216" y="298"/>
                    <a:pt x="1228" y="311"/>
                  </a:cubicBezTo>
                  <a:cubicBezTo>
                    <a:pt x="1248" y="330"/>
                    <a:pt x="1248" y="330"/>
                    <a:pt x="1248" y="330"/>
                  </a:cubicBezTo>
                  <a:cubicBezTo>
                    <a:pt x="1196" y="383"/>
                    <a:pt x="1196" y="383"/>
                    <a:pt x="1196" y="383"/>
                  </a:cubicBezTo>
                  <a:cubicBezTo>
                    <a:pt x="1111" y="383"/>
                    <a:pt x="1111" y="383"/>
                    <a:pt x="1111" y="383"/>
                  </a:cubicBezTo>
                  <a:cubicBezTo>
                    <a:pt x="1058" y="382"/>
                    <a:pt x="1007" y="392"/>
                    <a:pt x="959" y="415"/>
                  </a:cubicBezTo>
                  <a:cubicBezTo>
                    <a:pt x="914" y="394"/>
                    <a:pt x="865" y="383"/>
                    <a:pt x="815" y="383"/>
                  </a:cubicBezTo>
                  <a:cubicBezTo>
                    <a:pt x="730" y="383"/>
                    <a:pt x="730" y="383"/>
                    <a:pt x="730" y="383"/>
                  </a:cubicBezTo>
                  <a:cubicBezTo>
                    <a:pt x="678" y="330"/>
                    <a:pt x="678" y="330"/>
                    <a:pt x="678" y="330"/>
                  </a:cubicBezTo>
                  <a:cubicBezTo>
                    <a:pt x="698" y="311"/>
                    <a:pt x="698" y="311"/>
                    <a:pt x="698" y="311"/>
                  </a:cubicBezTo>
                  <a:cubicBezTo>
                    <a:pt x="710" y="298"/>
                    <a:pt x="710" y="278"/>
                    <a:pt x="698" y="266"/>
                  </a:cubicBezTo>
                  <a:cubicBezTo>
                    <a:pt x="442" y="10"/>
                    <a:pt x="442" y="10"/>
                    <a:pt x="442" y="10"/>
                  </a:cubicBezTo>
                  <a:cubicBezTo>
                    <a:pt x="436" y="3"/>
                    <a:pt x="428" y="0"/>
                    <a:pt x="420" y="0"/>
                  </a:cubicBezTo>
                  <a:cubicBezTo>
                    <a:pt x="420" y="0"/>
                    <a:pt x="420" y="0"/>
                    <a:pt x="420" y="0"/>
                  </a:cubicBezTo>
                  <a:cubicBezTo>
                    <a:pt x="411" y="0"/>
                    <a:pt x="403" y="3"/>
                    <a:pt x="397" y="9"/>
                  </a:cubicBezTo>
                  <a:cubicBezTo>
                    <a:pt x="12" y="394"/>
                    <a:pt x="12" y="394"/>
                    <a:pt x="12" y="394"/>
                  </a:cubicBezTo>
                  <a:cubicBezTo>
                    <a:pt x="0" y="406"/>
                    <a:pt x="0" y="427"/>
                    <a:pt x="12" y="439"/>
                  </a:cubicBezTo>
                  <a:cubicBezTo>
                    <a:pt x="12" y="439"/>
                    <a:pt x="12" y="439"/>
                    <a:pt x="12" y="439"/>
                  </a:cubicBezTo>
                  <a:cubicBezTo>
                    <a:pt x="268" y="695"/>
                    <a:pt x="268" y="695"/>
                    <a:pt x="268" y="695"/>
                  </a:cubicBezTo>
                  <a:cubicBezTo>
                    <a:pt x="281" y="707"/>
                    <a:pt x="301" y="707"/>
                    <a:pt x="314" y="695"/>
                  </a:cubicBezTo>
                  <a:cubicBezTo>
                    <a:pt x="339" y="670"/>
                    <a:pt x="339" y="670"/>
                    <a:pt x="339" y="670"/>
                  </a:cubicBezTo>
                  <a:cubicBezTo>
                    <a:pt x="371" y="702"/>
                    <a:pt x="371" y="702"/>
                    <a:pt x="371" y="702"/>
                  </a:cubicBezTo>
                  <a:cubicBezTo>
                    <a:pt x="384" y="774"/>
                    <a:pt x="419" y="841"/>
                    <a:pt x="471" y="893"/>
                  </a:cubicBezTo>
                  <a:cubicBezTo>
                    <a:pt x="556" y="982"/>
                    <a:pt x="556" y="982"/>
                    <a:pt x="556" y="982"/>
                  </a:cubicBezTo>
                  <a:cubicBezTo>
                    <a:pt x="559" y="985"/>
                    <a:pt x="562" y="988"/>
                    <a:pt x="566" y="989"/>
                  </a:cubicBezTo>
                  <a:cubicBezTo>
                    <a:pt x="566" y="994"/>
                    <a:pt x="565" y="999"/>
                    <a:pt x="565" y="1003"/>
                  </a:cubicBezTo>
                  <a:cubicBezTo>
                    <a:pt x="565" y="1054"/>
                    <a:pt x="605" y="1096"/>
                    <a:pt x="656" y="1099"/>
                  </a:cubicBezTo>
                  <a:cubicBezTo>
                    <a:pt x="659" y="1147"/>
                    <a:pt x="698" y="1186"/>
                    <a:pt x="747" y="1189"/>
                  </a:cubicBezTo>
                  <a:cubicBezTo>
                    <a:pt x="749" y="1240"/>
                    <a:pt x="791" y="1280"/>
                    <a:pt x="842" y="1280"/>
                  </a:cubicBezTo>
                  <a:cubicBezTo>
                    <a:pt x="842" y="1280"/>
                    <a:pt x="842" y="1280"/>
                    <a:pt x="842" y="1280"/>
                  </a:cubicBezTo>
                  <a:cubicBezTo>
                    <a:pt x="868" y="1280"/>
                    <a:pt x="892" y="1270"/>
                    <a:pt x="910" y="1252"/>
                  </a:cubicBezTo>
                  <a:cubicBezTo>
                    <a:pt x="940" y="1222"/>
                    <a:pt x="940" y="1222"/>
                    <a:pt x="940" y="1222"/>
                  </a:cubicBezTo>
                  <a:cubicBezTo>
                    <a:pt x="955" y="1257"/>
                    <a:pt x="990" y="1280"/>
                    <a:pt x="1028" y="1280"/>
                  </a:cubicBezTo>
                  <a:cubicBezTo>
                    <a:pt x="1028" y="1280"/>
                    <a:pt x="1028" y="1280"/>
                    <a:pt x="1028" y="1280"/>
                  </a:cubicBezTo>
                  <a:cubicBezTo>
                    <a:pt x="1053" y="1280"/>
                    <a:pt x="1078" y="1270"/>
                    <a:pt x="1095" y="1252"/>
                  </a:cubicBezTo>
                  <a:cubicBezTo>
                    <a:pt x="1454" y="893"/>
                    <a:pt x="1454" y="893"/>
                    <a:pt x="1454" y="893"/>
                  </a:cubicBezTo>
                  <a:cubicBezTo>
                    <a:pt x="1507" y="841"/>
                    <a:pt x="1542" y="774"/>
                    <a:pt x="1556" y="701"/>
                  </a:cubicBezTo>
                  <a:cubicBezTo>
                    <a:pt x="1588" y="669"/>
                    <a:pt x="1588" y="669"/>
                    <a:pt x="1588" y="669"/>
                  </a:cubicBezTo>
                  <a:cubicBezTo>
                    <a:pt x="1613" y="694"/>
                    <a:pt x="1613" y="694"/>
                    <a:pt x="1613" y="694"/>
                  </a:cubicBezTo>
                  <a:cubicBezTo>
                    <a:pt x="1618" y="700"/>
                    <a:pt x="1627" y="704"/>
                    <a:pt x="1635" y="704"/>
                  </a:cubicBezTo>
                  <a:cubicBezTo>
                    <a:pt x="1635" y="704"/>
                    <a:pt x="1635" y="704"/>
                    <a:pt x="1635" y="704"/>
                  </a:cubicBezTo>
                  <a:cubicBezTo>
                    <a:pt x="1644" y="704"/>
                    <a:pt x="1652" y="700"/>
                    <a:pt x="1658" y="694"/>
                  </a:cubicBezTo>
                  <a:cubicBezTo>
                    <a:pt x="1912" y="439"/>
                    <a:pt x="1912" y="439"/>
                    <a:pt x="1912" y="439"/>
                  </a:cubicBezTo>
                  <a:cubicBezTo>
                    <a:pt x="1924" y="427"/>
                    <a:pt x="1924" y="406"/>
                    <a:pt x="1912" y="394"/>
                  </a:cubicBezTo>
                  <a:lnTo>
                    <a:pt x="1527" y="9"/>
                  </a:lnTo>
                  <a:close/>
                  <a:moveTo>
                    <a:pt x="291" y="627"/>
                  </a:moveTo>
                  <a:cubicBezTo>
                    <a:pt x="80" y="417"/>
                    <a:pt x="80" y="417"/>
                    <a:pt x="80" y="417"/>
                  </a:cubicBezTo>
                  <a:cubicBezTo>
                    <a:pt x="420" y="77"/>
                    <a:pt x="420" y="77"/>
                    <a:pt x="420" y="77"/>
                  </a:cubicBezTo>
                  <a:cubicBezTo>
                    <a:pt x="630" y="288"/>
                    <a:pt x="630" y="288"/>
                    <a:pt x="630" y="288"/>
                  </a:cubicBezTo>
                  <a:lnTo>
                    <a:pt x="291" y="627"/>
                  </a:lnTo>
                  <a:close/>
                  <a:moveTo>
                    <a:pt x="517" y="848"/>
                  </a:moveTo>
                  <a:cubicBezTo>
                    <a:pt x="472" y="803"/>
                    <a:pt x="442" y="744"/>
                    <a:pt x="432" y="681"/>
                  </a:cubicBezTo>
                  <a:cubicBezTo>
                    <a:pt x="431" y="674"/>
                    <a:pt x="428" y="668"/>
                    <a:pt x="423" y="663"/>
                  </a:cubicBezTo>
                  <a:cubicBezTo>
                    <a:pt x="384" y="624"/>
                    <a:pt x="384" y="624"/>
                    <a:pt x="384" y="624"/>
                  </a:cubicBezTo>
                  <a:cubicBezTo>
                    <a:pt x="633" y="376"/>
                    <a:pt x="633" y="376"/>
                    <a:pt x="633" y="376"/>
                  </a:cubicBezTo>
                  <a:cubicBezTo>
                    <a:pt x="694" y="437"/>
                    <a:pt x="694" y="437"/>
                    <a:pt x="694" y="437"/>
                  </a:cubicBezTo>
                  <a:cubicBezTo>
                    <a:pt x="700" y="443"/>
                    <a:pt x="708" y="447"/>
                    <a:pt x="717" y="447"/>
                  </a:cubicBezTo>
                  <a:cubicBezTo>
                    <a:pt x="815" y="447"/>
                    <a:pt x="815" y="447"/>
                    <a:pt x="815" y="447"/>
                  </a:cubicBezTo>
                  <a:cubicBezTo>
                    <a:pt x="889" y="446"/>
                    <a:pt x="960" y="476"/>
                    <a:pt x="1012" y="529"/>
                  </a:cubicBezTo>
                  <a:cubicBezTo>
                    <a:pt x="1146" y="650"/>
                    <a:pt x="1146" y="650"/>
                    <a:pt x="1146" y="650"/>
                  </a:cubicBezTo>
                  <a:cubicBezTo>
                    <a:pt x="1152" y="655"/>
                    <a:pt x="1155" y="663"/>
                    <a:pt x="1155" y="672"/>
                  </a:cubicBezTo>
                  <a:cubicBezTo>
                    <a:pt x="1155" y="689"/>
                    <a:pt x="1141" y="704"/>
                    <a:pt x="1123" y="704"/>
                  </a:cubicBezTo>
                  <a:cubicBezTo>
                    <a:pt x="1123" y="704"/>
                    <a:pt x="1123" y="704"/>
                    <a:pt x="1123" y="704"/>
                  </a:cubicBezTo>
                  <a:cubicBezTo>
                    <a:pt x="1114" y="704"/>
                    <a:pt x="1106" y="701"/>
                    <a:pt x="1100" y="694"/>
                  </a:cubicBezTo>
                  <a:cubicBezTo>
                    <a:pt x="986" y="585"/>
                    <a:pt x="986" y="585"/>
                    <a:pt x="986" y="585"/>
                  </a:cubicBezTo>
                  <a:cubicBezTo>
                    <a:pt x="986" y="585"/>
                    <a:pt x="986" y="585"/>
                    <a:pt x="986" y="585"/>
                  </a:cubicBezTo>
                  <a:cubicBezTo>
                    <a:pt x="985" y="585"/>
                    <a:pt x="985" y="585"/>
                    <a:pt x="985" y="585"/>
                  </a:cubicBezTo>
                  <a:cubicBezTo>
                    <a:pt x="984" y="584"/>
                    <a:pt x="982" y="583"/>
                    <a:pt x="981" y="582"/>
                  </a:cubicBezTo>
                  <a:cubicBezTo>
                    <a:pt x="979" y="581"/>
                    <a:pt x="977" y="579"/>
                    <a:pt x="975" y="578"/>
                  </a:cubicBezTo>
                  <a:cubicBezTo>
                    <a:pt x="973" y="578"/>
                    <a:pt x="971" y="578"/>
                    <a:pt x="970" y="577"/>
                  </a:cubicBezTo>
                  <a:cubicBezTo>
                    <a:pt x="967" y="577"/>
                    <a:pt x="965" y="576"/>
                    <a:pt x="963" y="576"/>
                  </a:cubicBezTo>
                  <a:cubicBezTo>
                    <a:pt x="961" y="576"/>
                    <a:pt x="959" y="577"/>
                    <a:pt x="957" y="577"/>
                  </a:cubicBezTo>
                  <a:cubicBezTo>
                    <a:pt x="955" y="577"/>
                    <a:pt x="953" y="578"/>
                    <a:pt x="951" y="578"/>
                  </a:cubicBezTo>
                  <a:cubicBezTo>
                    <a:pt x="949" y="579"/>
                    <a:pt x="947" y="581"/>
                    <a:pt x="946" y="582"/>
                  </a:cubicBezTo>
                  <a:cubicBezTo>
                    <a:pt x="944" y="583"/>
                    <a:pt x="942" y="584"/>
                    <a:pt x="940" y="585"/>
                  </a:cubicBezTo>
                  <a:cubicBezTo>
                    <a:pt x="596" y="932"/>
                    <a:pt x="596" y="932"/>
                    <a:pt x="596" y="932"/>
                  </a:cubicBezTo>
                  <a:lnTo>
                    <a:pt x="517" y="848"/>
                  </a:lnTo>
                  <a:close/>
                  <a:moveTo>
                    <a:pt x="1503" y="663"/>
                  </a:moveTo>
                  <a:cubicBezTo>
                    <a:pt x="1498" y="668"/>
                    <a:pt x="1495" y="674"/>
                    <a:pt x="1494" y="681"/>
                  </a:cubicBezTo>
                  <a:cubicBezTo>
                    <a:pt x="1484" y="744"/>
                    <a:pt x="1454" y="803"/>
                    <a:pt x="1409" y="848"/>
                  </a:cubicBezTo>
                  <a:cubicBezTo>
                    <a:pt x="1050" y="1207"/>
                    <a:pt x="1050" y="1207"/>
                    <a:pt x="1050" y="1207"/>
                  </a:cubicBezTo>
                  <a:cubicBezTo>
                    <a:pt x="1044" y="1213"/>
                    <a:pt x="1036" y="1216"/>
                    <a:pt x="1028" y="1216"/>
                  </a:cubicBezTo>
                  <a:cubicBezTo>
                    <a:pt x="1028" y="1216"/>
                    <a:pt x="1028" y="1216"/>
                    <a:pt x="1028" y="1216"/>
                  </a:cubicBezTo>
                  <a:cubicBezTo>
                    <a:pt x="1010" y="1216"/>
                    <a:pt x="996" y="1202"/>
                    <a:pt x="996" y="1184"/>
                  </a:cubicBezTo>
                  <a:cubicBezTo>
                    <a:pt x="996" y="1176"/>
                    <a:pt x="999" y="1168"/>
                    <a:pt x="1005" y="1162"/>
                  </a:cubicBezTo>
                  <a:cubicBezTo>
                    <a:pt x="1026" y="1141"/>
                    <a:pt x="1026" y="1141"/>
                    <a:pt x="1026" y="1141"/>
                  </a:cubicBezTo>
                  <a:cubicBezTo>
                    <a:pt x="1029" y="1137"/>
                    <a:pt x="1032" y="1133"/>
                    <a:pt x="1033" y="1129"/>
                  </a:cubicBezTo>
                  <a:cubicBezTo>
                    <a:pt x="1114" y="1048"/>
                    <a:pt x="1114" y="1048"/>
                    <a:pt x="1114" y="1048"/>
                  </a:cubicBezTo>
                  <a:cubicBezTo>
                    <a:pt x="1127" y="1036"/>
                    <a:pt x="1127" y="1016"/>
                    <a:pt x="1115" y="1003"/>
                  </a:cubicBezTo>
                  <a:cubicBezTo>
                    <a:pt x="1102" y="990"/>
                    <a:pt x="1082" y="990"/>
                    <a:pt x="1069" y="1002"/>
                  </a:cubicBezTo>
                  <a:cubicBezTo>
                    <a:pt x="1069" y="1002"/>
                    <a:pt x="1069" y="1003"/>
                    <a:pt x="1069" y="1003"/>
                  </a:cubicBezTo>
                  <a:cubicBezTo>
                    <a:pt x="865" y="1207"/>
                    <a:pt x="865" y="1207"/>
                    <a:pt x="865" y="1207"/>
                  </a:cubicBezTo>
                  <a:cubicBezTo>
                    <a:pt x="859" y="1213"/>
                    <a:pt x="851" y="1216"/>
                    <a:pt x="843" y="1216"/>
                  </a:cubicBezTo>
                  <a:cubicBezTo>
                    <a:pt x="843" y="1216"/>
                    <a:pt x="843" y="1216"/>
                    <a:pt x="843" y="1216"/>
                  </a:cubicBezTo>
                  <a:cubicBezTo>
                    <a:pt x="825" y="1216"/>
                    <a:pt x="811" y="1202"/>
                    <a:pt x="811" y="1184"/>
                  </a:cubicBezTo>
                  <a:cubicBezTo>
                    <a:pt x="810" y="1176"/>
                    <a:pt x="814" y="1168"/>
                    <a:pt x="820" y="1162"/>
                  </a:cubicBezTo>
                  <a:cubicBezTo>
                    <a:pt x="1024" y="958"/>
                    <a:pt x="1024" y="958"/>
                    <a:pt x="1024" y="958"/>
                  </a:cubicBezTo>
                  <a:cubicBezTo>
                    <a:pt x="1036" y="945"/>
                    <a:pt x="1036" y="925"/>
                    <a:pt x="1023" y="912"/>
                  </a:cubicBezTo>
                  <a:cubicBezTo>
                    <a:pt x="1010" y="901"/>
                    <a:pt x="991" y="901"/>
                    <a:pt x="978" y="912"/>
                  </a:cubicBezTo>
                  <a:cubicBezTo>
                    <a:pt x="774" y="1116"/>
                    <a:pt x="774" y="1116"/>
                    <a:pt x="774" y="1116"/>
                  </a:cubicBezTo>
                  <a:cubicBezTo>
                    <a:pt x="768" y="1122"/>
                    <a:pt x="761" y="1126"/>
                    <a:pt x="752" y="1126"/>
                  </a:cubicBezTo>
                  <a:cubicBezTo>
                    <a:pt x="752" y="1126"/>
                    <a:pt x="752" y="1126"/>
                    <a:pt x="752" y="1126"/>
                  </a:cubicBezTo>
                  <a:cubicBezTo>
                    <a:pt x="735" y="1125"/>
                    <a:pt x="720" y="1111"/>
                    <a:pt x="720" y="1094"/>
                  </a:cubicBezTo>
                  <a:cubicBezTo>
                    <a:pt x="720" y="1085"/>
                    <a:pt x="723" y="1077"/>
                    <a:pt x="729" y="1071"/>
                  </a:cubicBezTo>
                  <a:cubicBezTo>
                    <a:pt x="933" y="867"/>
                    <a:pt x="933" y="867"/>
                    <a:pt x="933" y="867"/>
                  </a:cubicBezTo>
                  <a:cubicBezTo>
                    <a:pt x="945" y="854"/>
                    <a:pt x="945" y="834"/>
                    <a:pt x="932" y="822"/>
                  </a:cubicBezTo>
                  <a:cubicBezTo>
                    <a:pt x="919" y="810"/>
                    <a:pt x="900" y="810"/>
                    <a:pt x="887" y="822"/>
                  </a:cubicBezTo>
                  <a:cubicBezTo>
                    <a:pt x="683" y="1026"/>
                    <a:pt x="683" y="1026"/>
                    <a:pt x="683" y="1026"/>
                  </a:cubicBezTo>
                  <a:cubicBezTo>
                    <a:pt x="677" y="1032"/>
                    <a:pt x="670" y="1035"/>
                    <a:pt x="661" y="1035"/>
                  </a:cubicBezTo>
                  <a:cubicBezTo>
                    <a:pt x="661" y="1035"/>
                    <a:pt x="661" y="1035"/>
                    <a:pt x="661" y="1035"/>
                  </a:cubicBezTo>
                  <a:cubicBezTo>
                    <a:pt x="644" y="1035"/>
                    <a:pt x="629" y="1021"/>
                    <a:pt x="629" y="1003"/>
                  </a:cubicBezTo>
                  <a:cubicBezTo>
                    <a:pt x="629" y="995"/>
                    <a:pt x="632" y="987"/>
                    <a:pt x="638" y="981"/>
                  </a:cubicBezTo>
                  <a:cubicBezTo>
                    <a:pt x="964" y="653"/>
                    <a:pt x="964" y="653"/>
                    <a:pt x="964" y="653"/>
                  </a:cubicBezTo>
                  <a:cubicBezTo>
                    <a:pt x="1055" y="740"/>
                    <a:pt x="1055" y="740"/>
                    <a:pt x="1055" y="740"/>
                  </a:cubicBezTo>
                  <a:cubicBezTo>
                    <a:pt x="1073" y="758"/>
                    <a:pt x="1097" y="768"/>
                    <a:pt x="1123" y="768"/>
                  </a:cubicBezTo>
                  <a:cubicBezTo>
                    <a:pt x="1123" y="768"/>
                    <a:pt x="1123" y="768"/>
                    <a:pt x="1123" y="768"/>
                  </a:cubicBezTo>
                  <a:cubicBezTo>
                    <a:pt x="1176" y="768"/>
                    <a:pt x="1219" y="725"/>
                    <a:pt x="1219" y="672"/>
                  </a:cubicBezTo>
                  <a:cubicBezTo>
                    <a:pt x="1219" y="646"/>
                    <a:pt x="1209" y="621"/>
                    <a:pt x="1190" y="603"/>
                  </a:cubicBezTo>
                  <a:cubicBezTo>
                    <a:pt x="1056" y="482"/>
                    <a:pt x="1056" y="482"/>
                    <a:pt x="1056" y="482"/>
                  </a:cubicBezTo>
                  <a:cubicBezTo>
                    <a:pt x="1047" y="473"/>
                    <a:pt x="1038" y="465"/>
                    <a:pt x="1028" y="457"/>
                  </a:cubicBezTo>
                  <a:cubicBezTo>
                    <a:pt x="1055" y="450"/>
                    <a:pt x="1083" y="446"/>
                    <a:pt x="1111" y="447"/>
                  </a:cubicBezTo>
                  <a:cubicBezTo>
                    <a:pt x="1209" y="447"/>
                    <a:pt x="1209" y="447"/>
                    <a:pt x="1209" y="447"/>
                  </a:cubicBezTo>
                  <a:cubicBezTo>
                    <a:pt x="1217" y="447"/>
                    <a:pt x="1225" y="443"/>
                    <a:pt x="1231" y="437"/>
                  </a:cubicBezTo>
                  <a:cubicBezTo>
                    <a:pt x="1293" y="376"/>
                    <a:pt x="1293" y="376"/>
                    <a:pt x="1293" y="376"/>
                  </a:cubicBezTo>
                  <a:cubicBezTo>
                    <a:pt x="1542" y="624"/>
                    <a:pt x="1542" y="624"/>
                    <a:pt x="1542" y="624"/>
                  </a:cubicBezTo>
                  <a:lnTo>
                    <a:pt x="1503" y="663"/>
                  </a:lnTo>
                  <a:close/>
                  <a:moveTo>
                    <a:pt x="1635" y="627"/>
                  </a:moveTo>
                  <a:cubicBezTo>
                    <a:pt x="1296" y="288"/>
                    <a:pt x="1296" y="288"/>
                    <a:pt x="1296" y="288"/>
                  </a:cubicBezTo>
                  <a:cubicBezTo>
                    <a:pt x="1505" y="77"/>
                    <a:pt x="1505" y="77"/>
                    <a:pt x="1505" y="77"/>
                  </a:cubicBezTo>
                  <a:cubicBezTo>
                    <a:pt x="1844" y="417"/>
                    <a:pt x="1844" y="417"/>
                    <a:pt x="1844" y="417"/>
                  </a:cubicBezTo>
                  <a:lnTo>
                    <a:pt x="1635" y="627"/>
                  </a:lnTo>
                  <a:close/>
                </a:path>
              </a:pathLst>
            </a:custGeom>
            <a:grpFill/>
            <a:ln w="9525">
              <a:noFill/>
              <a:round/>
            </a:ln>
          </p:spPr>
          <p:txBody>
            <a:bodyPr vert="horz" wrap="square" lIns="91440" tIns="45720" rIns="91440" bIns="45720" numCol="1" anchor="t" anchorCtr="0" compatLnSpc="1"/>
            <a:lstStyle/>
            <a:p>
              <a:endParaRPr lang="en-IN"/>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2000" b="-12000"/>
          </a:stretch>
        </a:blipFill>
        <a:effectLst/>
      </p:bgPr>
    </p:bg>
    <p:spTree>
      <p:nvGrpSpPr>
        <p:cNvPr id="1" name=""/>
        <p:cNvGrpSpPr/>
        <p:nvPr/>
      </p:nvGrpSpPr>
      <p:grpSpPr>
        <a:xfrm>
          <a:off x="0" y="0"/>
          <a:ext cx="0" cy="0"/>
          <a:chOff x="0" y="0"/>
          <a:chExt cx="0" cy="0"/>
        </a:xfrm>
      </p:grpSpPr>
      <p:sp>
        <p:nvSpPr>
          <p:cNvPr id="16" name="Rectangle 15"/>
          <p:cNvSpPr/>
          <p:nvPr/>
        </p:nvSpPr>
        <p:spPr>
          <a:xfrm>
            <a:off x="0" y="0"/>
            <a:ext cx="12188825" cy="6858000"/>
          </a:xfrm>
          <a:prstGeom prst="rect">
            <a:avLst/>
          </a:prstGeom>
          <a:solidFill>
            <a:schemeClr val="accent2">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Slide Number Placeholder 22"/>
          <p:cNvSpPr>
            <a:spLocks noGrp="1"/>
          </p:cNvSpPr>
          <p:nvPr>
            <p:ph type="sldNum" sz="quarter" idx="12"/>
          </p:nvPr>
        </p:nvSpPr>
        <p:spPr/>
        <p:txBody>
          <a:bodyPr/>
          <a:lstStyle/>
          <a:p>
            <a:fld id="{96E69268-9C8B-4EBF-A9EE-DC5DC2D48DC3}" type="slidenum">
              <a:rPr lang="en-US" smtClean="0"/>
              <a:t>6</a:t>
            </a:fld>
            <a:endParaRPr lang="en-US"/>
          </a:p>
        </p:txBody>
      </p:sp>
      <p:sp>
        <p:nvSpPr>
          <p:cNvPr id="17" name="TextBox 16"/>
          <p:cNvSpPr txBox="1"/>
          <p:nvPr/>
        </p:nvSpPr>
        <p:spPr>
          <a:xfrm>
            <a:off x="473611" y="353556"/>
            <a:ext cx="3888432" cy="646331"/>
          </a:xfrm>
          <a:prstGeom prst="rect">
            <a:avLst/>
          </a:prstGeom>
          <a:noFill/>
        </p:spPr>
        <p:txBody>
          <a:bodyPr wrap="square" rtlCol="0">
            <a:spAutoFit/>
          </a:bodyPr>
          <a:lstStyle/>
          <a:p>
            <a:r>
              <a:rPr lang="en-IN" sz="3600" b="1">
                <a:solidFill>
                  <a:schemeClr val="bg1"/>
                </a:solidFill>
                <a:latin typeface="Open Sans" pitchFamily="34" charset="0"/>
                <a:ea typeface="Open Sans" pitchFamily="34" charset="0"/>
                <a:cs typeface="Open Sans" pitchFamily="34" charset="0"/>
              </a:rPr>
              <a:t>Objectives</a:t>
            </a:r>
          </a:p>
        </p:txBody>
      </p:sp>
      <p:sp>
        <p:nvSpPr>
          <p:cNvPr id="18" name="Rectangle 17"/>
          <p:cNvSpPr/>
          <p:nvPr/>
        </p:nvSpPr>
        <p:spPr>
          <a:xfrm>
            <a:off x="6094412" y="0"/>
            <a:ext cx="6094412" cy="6865034"/>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Rectangle 34"/>
          <p:cNvSpPr/>
          <p:nvPr/>
        </p:nvSpPr>
        <p:spPr>
          <a:xfrm>
            <a:off x="7462564" y="1196752"/>
            <a:ext cx="4464496" cy="1569660"/>
          </a:xfrm>
          <a:prstGeom prst="rect">
            <a:avLst/>
          </a:prstGeom>
        </p:spPr>
        <p:txBody>
          <a:bodyPr wrap="square">
            <a:spAutoFit/>
          </a:bodyPr>
          <a:lstStyle/>
          <a:p>
            <a:pPr fontAlgn="base"/>
            <a:r>
              <a:rPr lang="en-US" sz="1600">
                <a:solidFill>
                  <a:schemeClr val="tx1">
                    <a:lumMod val="75000"/>
                    <a:lumOff val="25000"/>
                  </a:schemeClr>
                </a:solidFill>
                <a:latin typeface="Arial" panose="020B0604020202020204" pitchFamily="34" charset="0"/>
                <a:cs typeface="Arial" panose="020B0604020202020204" pitchFamily="34" charset="0"/>
              </a:rPr>
              <a:t>Early detection: Early detection of osteoarthritis is crucial for effective treatment and management. The objective of osteoarthritis detection is to identify patients with early-stage osteoarthritis, which can help prevent disease progression.</a:t>
            </a:r>
          </a:p>
        </p:txBody>
      </p:sp>
      <p:sp>
        <p:nvSpPr>
          <p:cNvPr id="36" name="Rectangle 35"/>
          <p:cNvSpPr/>
          <p:nvPr/>
        </p:nvSpPr>
        <p:spPr>
          <a:xfrm>
            <a:off x="7462564" y="3240828"/>
            <a:ext cx="4320480" cy="1815882"/>
          </a:xfrm>
          <a:prstGeom prst="rect">
            <a:avLst/>
          </a:prstGeom>
        </p:spPr>
        <p:txBody>
          <a:bodyPr wrap="square">
            <a:spAutoFit/>
          </a:bodyPr>
          <a:lstStyle/>
          <a:p>
            <a:pPr fontAlgn="base"/>
            <a:r>
              <a:rPr lang="en-US" sz="1600">
                <a:solidFill>
                  <a:schemeClr val="tx1">
                    <a:lumMod val="75000"/>
                    <a:lumOff val="25000"/>
                  </a:schemeClr>
                </a:solidFill>
                <a:latin typeface="Open Sans" pitchFamily="34" charset="0"/>
                <a:ea typeface="Open Sans" pitchFamily="34" charset="0"/>
                <a:cs typeface="Open Sans" pitchFamily="34" charset="0"/>
              </a:rPr>
              <a:t>Personalized treatment: Osteoarthritis detection aims to provide personalized treatment to patients. Personalized treatment can help improve the quality of life of patients with osteoarthritis and reduce the burden of the disease</a:t>
            </a:r>
          </a:p>
          <a:p>
            <a:pPr fontAlgn="base"/>
            <a:endParaRPr lang="en-IN" sz="1600">
              <a:solidFill>
                <a:schemeClr val="tx1">
                  <a:lumMod val="75000"/>
                  <a:lumOff val="25000"/>
                </a:schemeClr>
              </a:solidFill>
              <a:latin typeface="Arial" panose="020B0604020202020204" pitchFamily="34" charset="0"/>
              <a:cs typeface="Arial" panose="020B0604020202020204" pitchFamily="34" charset="0"/>
            </a:endParaRPr>
          </a:p>
        </p:txBody>
      </p:sp>
      <p:sp>
        <p:nvSpPr>
          <p:cNvPr id="37" name="Rectangle 36"/>
          <p:cNvSpPr/>
          <p:nvPr/>
        </p:nvSpPr>
        <p:spPr>
          <a:xfrm>
            <a:off x="7462564" y="5069307"/>
            <a:ext cx="4032448" cy="1569660"/>
          </a:xfrm>
          <a:prstGeom prst="rect">
            <a:avLst/>
          </a:prstGeom>
        </p:spPr>
        <p:txBody>
          <a:bodyPr wrap="square">
            <a:spAutoFit/>
          </a:bodyPr>
          <a:lstStyle/>
          <a:p>
            <a:pPr fontAlgn="base"/>
            <a:r>
              <a:rPr lang="en-US" sz="1600">
                <a:solidFill>
                  <a:schemeClr val="tx1">
                    <a:lumMod val="75000"/>
                    <a:lumOff val="25000"/>
                  </a:schemeClr>
                </a:solidFill>
                <a:latin typeface="Open Sans" pitchFamily="34" charset="0"/>
                <a:ea typeface="Open Sans" pitchFamily="34" charset="0"/>
                <a:cs typeface="Open Sans" pitchFamily="34" charset="0"/>
              </a:rPr>
              <a:t>Accurate diagnosis: The objective of osteoarthritis detection is to accurately diagnose patients with osteoarthritis. Accurate diagnosis can help ensure appropriate treatment and management of the disease</a:t>
            </a:r>
            <a:endParaRPr lang="en-IN" sz="160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Oval 2"/>
          <p:cNvSpPr/>
          <p:nvPr/>
        </p:nvSpPr>
        <p:spPr>
          <a:xfrm>
            <a:off x="5389562" y="1122997"/>
            <a:ext cx="1409700" cy="14097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a:latin typeface="Open Sans" pitchFamily="34" charset="0"/>
                <a:ea typeface="Open Sans" pitchFamily="34" charset="0"/>
                <a:cs typeface="Open Sans" pitchFamily="34" charset="0"/>
              </a:rPr>
              <a:t>01</a:t>
            </a:r>
          </a:p>
        </p:txBody>
      </p:sp>
      <p:sp>
        <p:nvSpPr>
          <p:cNvPr id="40" name="Oval 39"/>
          <p:cNvSpPr/>
          <p:nvPr/>
        </p:nvSpPr>
        <p:spPr>
          <a:xfrm>
            <a:off x="5389562" y="2951476"/>
            <a:ext cx="1409700" cy="1409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a:latin typeface="Open Sans" pitchFamily="34" charset="0"/>
                <a:ea typeface="Open Sans" pitchFamily="34" charset="0"/>
                <a:cs typeface="Open Sans" pitchFamily="34" charset="0"/>
              </a:rPr>
              <a:t>02</a:t>
            </a:r>
          </a:p>
        </p:txBody>
      </p:sp>
      <p:sp>
        <p:nvSpPr>
          <p:cNvPr id="42" name="Oval 41"/>
          <p:cNvSpPr/>
          <p:nvPr/>
        </p:nvSpPr>
        <p:spPr>
          <a:xfrm>
            <a:off x="5389562" y="4779955"/>
            <a:ext cx="1409700" cy="1409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a:latin typeface="Open Sans" pitchFamily="34" charset="0"/>
                <a:ea typeface="Open Sans" pitchFamily="34" charset="0"/>
                <a:cs typeface="Open Sans" pitchFamily="34" charset="0"/>
              </a:rPr>
              <a:t>03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441" y="274639"/>
            <a:ext cx="10969943" cy="711081"/>
          </a:xfrm>
        </p:spPr>
        <p:txBody>
          <a:bodyPr/>
          <a:lstStyle/>
          <a:p>
            <a:pPr algn="ctr"/>
            <a:r>
              <a:rPr lang="en-IN" b="1">
                <a:solidFill>
                  <a:schemeClr val="accent4"/>
                </a:solidFill>
                <a:latin typeface="Open Sans" pitchFamily="34" charset="0"/>
                <a:ea typeface="Open Sans" pitchFamily="34" charset="0"/>
                <a:cs typeface="Open Sans" pitchFamily="34" charset="0"/>
              </a:rPr>
              <a:t>Methodology</a:t>
            </a:r>
          </a:p>
        </p:txBody>
      </p:sp>
      <p:sp>
        <p:nvSpPr>
          <p:cNvPr id="23" name="Slide Number Placeholder 22"/>
          <p:cNvSpPr>
            <a:spLocks noGrp="1"/>
          </p:cNvSpPr>
          <p:nvPr>
            <p:ph type="sldNum" sz="quarter" idx="12"/>
          </p:nvPr>
        </p:nvSpPr>
        <p:spPr/>
        <p:txBody>
          <a:bodyPr/>
          <a:lstStyle/>
          <a:p>
            <a:fld id="{96E69268-9C8B-4EBF-A9EE-DC5DC2D48DC3}" type="slidenum">
              <a:rPr lang="en-US" smtClean="0"/>
              <a:t>7</a:t>
            </a:fld>
            <a:endParaRPr lang="en-US"/>
          </a:p>
        </p:txBody>
      </p:sp>
      <p:sp>
        <p:nvSpPr>
          <p:cNvPr id="11" name="Rectangle 10"/>
          <p:cNvSpPr/>
          <p:nvPr/>
        </p:nvSpPr>
        <p:spPr>
          <a:xfrm>
            <a:off x="987424" y="2811306"/>
            <a:ext cx="3297830" cy="277793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Oval 2"/>
          <p:cNvSpPr/>
          <p:nvPr/>
        </p:nvSpPr>
        <p:spPr>
          <a:xfrm>
            <a:off x="1558924" y="1549575"/>
            <a:ext cx="2154830" cy="2154830"/>
          </a:xfrm>
          <a:prstGeom prst="ellipse">
            <a:avLst/>
          </a:prstGeom>
          <a:solidFill>
            <a:schemeClr val="accent2"/>
          </a:solidFill>
          <a:ln w="203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p:cNvSpPr txBox="1"/>
          <p:nvPr/>
        </p:nvSpPr>
        <p:spPr>
          <a:xfrm>
            <a:off x="1679186" y="2273047"/>
            <a:ext cx="1914307" cy="400110"/>
          </a:xfrm>
          <a:prstGeom prst="rect">
            <a:avLst/>
          </a:prstGeom>
          <a:noFill/>
        </p:spPr>
        <p:txBody>
          <a:bodyPr wrap="none" rtlCol="0">
            <a:spAutoFit/>
          </a:bodyPr>
          <a:lstStyle/>
          <a:p>
            <a:pPr algn="ctr"/>
            <a:r>
              <a:rPr lang="en-IN" sz="2000">
                <a:solidFill>
                  <a:schemeClr val="bg1"/>
                </a:solidFill>
                <a:latin typeface="Open Sans" pitchFamily="34" charset="0"/>
                <a:ea typeface="Open Sans" pitchFamily="34" charset="0"/>
                <a:cs typeface="Open Sans" pitchFamily="34" charset="0"/>
              </a:rPr>
              <a:t>Data Collection</a:t>
            </a:r>
          </a:p>
        </p:txBody>
      </p:sp>
      <p:sp>
        <p:nvSpPr>
          <p:cNvPr id="35" name="Rectangle 34"/>
          <p:cNvSpPr/>
          <p:nvPr/>
        </p:nvSpPr>
        <p:spPr>
          <a:xfrm>
            <a:off x="4445497" y="2811306"/>
            <a:ext cx="3297830" cy="277793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p:cNvSpPr/>
          <p:nvPr/>
        </p:nvSpPr>
        <p:spPr>
          <a:xfrm>
            <a:off x="5016997" y="1549575"/>
            <a:ext cx="2154830" cy="2154830"/>
          </a:xfrm>
          <a:prstGeom prst="ellipse">
            <a:avLst/>
          </a:prstGeom>
          <a:solidFill>
            <a:schemeClr val="accent3"/>
          </a:solidFill>
          <a:ln w="203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p:cNvSpPr txBox="1"/>
          <p:nvPr/>
        </p:nvSpPr>
        <p:spPr>
          <a:xfrm>
            <a:off x="5302324" y="2273047"/>
            <a:ext cx="1656184" cy="707886"/>
          </a:xfrm>
          <a:prstGeom prst="rect">
            <a:avLst/>
          </a:prstGeom>
          <a:noFill/>
        </p:spPr>
        <p:txBody>
          <a:bodyPr wrap="square" rtlCol="0">
            <a:spAutoFit/>
          </a:bodyPr>
          <a:lstStyle/>
          <a:p>
            <a:pPr algn="ctr"/>
            <a:r>
              <a:rPr lang="en-IN" sz="2000">
                <a:solidFill>
                  <a:schemeClr val="bg1"/>
                </a:solidFill>
                <a:latin typeface="Open Sans" pitchFamily="34" charset="0"/>
                <a:ea typeface="Open Sans" pitchFamily="34" charset="0"/>
                <a:cs typeface="Open Sans" pitchFamily="34" charset="0"/>
              </a:rPr>
              <a:t>Feature Selection</a:t>
            </a:r>
          </a:p>
        </p:txBody>
      </p:sp>
      <p:sp>
        <p:nvSpPr>
          <p:cNvPr id="36" name="Rectangle 35"/>
          <p:cNvSpPr/>
          <p:nvPr/>
        </p:nvSpPr>
        <p:spPr>
          <a:xfrm>
            <a:off x="7903570" y="2811306"/>
            <a:ext cx="3297830" cy="277793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p:cNvSpPr/>
          <p:nvPr/>
        </p:nvSpPr>
        <p:spPr>
          <a:xfrm>
            <a:off x="8475070" y="1549575"/>
            <a:ext cx="2154830" cy="2154830"/>
          </a:xfrm>
          <a:prstGeom prst="ellipse">
            <a:avLst/>
          </a:prstGeom>
          <a:solidFill>
            <a:schemeClr val="accent4"/>
          </a:solidFill>
          <a:ln w="203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p:cNvSpPr txBox="1"/>
          <p:nvPr/>
        </p:nvSpPr>
        <p:spPr>
          <a:xfrm>
            <a:off x="8686699" y="1988840"/>
            <a:ext cx="1822939" cy="1323439"/>
          </a:xfrm>
          <a:prstGeom prst="rect">
            <a:avLst/>
          </a:prstGeom>
          <a:noFill/>
        </p:spPr>
        <p:txBody>
          <a:bodyPr wrap="square" rtlCol="0">
            <a:spAutoFit/>
          </a:bodyPr>
          <a:lstStyle/>
          <a:p>
            <a:pPr algn="ctr"/>
            <a:r>
              <a:rPr lang="en-IN" sz="2000">
                <a:solidFill>
                  <a:schemeClr val="bg1"/>
                </a:solidFill>
                <a:latin typeface="Open Sans" pitchFamily="34" charset="0"/>
                <a:ea typeface="Open Sans" pitchFamily="34" charset="0"/>
                <a:cs typeface="Open Sans" pitchFamily="34" charset="0"/>
              </a:rPr>
              <a:t>Machine Learning model development</a:t>
            </a:r>
          </a:p>
        </p:txBody>
      </p:sp>
      <p:sp>
        <p:nvSpPr>
          <p:cNvPr id="37" name="Rectangle 36"/>
          <p:cNvSpPr/>
          <p:nvPr/>
        </p:nvSpPr>
        <p:spPr>
          <a:xfrm>
            <a:off x="987424" y="3635751"/>
            <a:ext cx="3089276" cy="1815882"/>
          </a:xfrm>
          <a:prstGeom prst="rect">
            <a:avLst/>
          </a:prstGeom>
        </p:spPr>
        <p:txBody>
          <a:bodyPr wrap="square">
            <a:spAutoFit/>
          </a:bodyPr>
          <a:lstStyle/>
          <a:p>
            <a:pPr algn="ctr" fontAlgn="base"/>
            <a:r>
              <a:rPr lang="en-US" sz="1600">
                <a:solidFill>
                  <a:schemeClr val="tx1">
                    <a:lumMod val="75000"/>
                    <a:lumOff val="25000"/>
                  </a:schemeClr>
                </a:solidFill>
                <a:latin typeface="Arial" panose="020B0604020202020204" pitchFamily="34" charset="0"/>
                <a:cs typeface="Arial" panose="020B0604020202020204" pitchFamily="34" charset="0"/>
              </a:rPr>
              <a:t>The first step in osteoarthritis detection is to collect data from patients. Data can be collected from various sources, including medical records, imaging studies, and patient questionnaires.</a:t>
            </a:r>
            <a:endParaRPr lang="en-IN" sz="1600">
              <a:solidFill>
                <a:schemeClr val="tx1">
                  <a:lumMod val="75000"/>
                  <a:lumOff val="25000"/>
                </a:schemeClr>
              </a:solidFill>
              <a:latin typeface="Arial" panose="020B0604020202020204" pitchFamily="34" charset="0"/>
              <a:cs typeface="Arial" panose="020B0604020202020204" pitchFamily="34" charset="0"/>
            </a:endParaRPr>
          </a:p>
        </p:txBody>
      </p:sp>
      <p:sp>
        <p:nvSpPr>
          <p:cNvPr id="38" name="Rectangle 37"/>
          <p:cNvSpPr/>
          <p:nvPr/>
        </p:nvSpPr>
        <p:spPr>
          <a:xfrm>
            <a:off x="4533994" y="3519193"/>
            <a:ext cx="2928571" cy="2062103"/>
          </a:xfrm>
          <a:prstGeom prst="rect">
            <a:avLst/>
          </a:prstGeom>
        </p:spPr>
        <p:txBody>
          <a:bodyPr wrap="square">
            <a:spAutoFit/>
          </a:bodyPr>
          <a:lstStyle/>
          <a:p>
            <a:pPr algn="ctr" fontAlgn="base"/>
            <a:r>
              <a:rPr lang="en-US" sz="1600">
                <a:solidFill>
                  <a:schemeClr val="tx1">
                    <a:lumMod val="75000"/>
                    <a:lumOff val="25000"/>
                  </a:schemeClr>
                </a:solidFill>
                <a:latin typeface="Open Sans" pitchFamily="34" charset="0"/>
                <a:ea typeface="Open Sans" pitchFamily="34" charset="0"/>
                <a:cs typeface="Open Sans" pitchFamily="34" charset="0"/>
              </a:rPr>
              <a:t>The next step is to select relevant features for osteoarthritis detection. Relevant features may include demographic information, medical history, imaging findings, and patient-reported symptoms</a:t>
            </a:r>
            <a:endParaRPr lang="en-IN" sz="1600">
              <a:solidFill>
                <a:schemeClr val="tx1">
                  <a:lumMod val="75000"/>
                  <a:lumOff val="25000"/>
                </a:schemeClr>
              </a:solidFill>
              <a:latin typeface="Arial" panose="020B0604020202020204" pitchFamily="34" charset="0"/>
              <a:cs typeface="Arial" panose="020B0604020202020204" pitchFamily="34" charset="0"/>
            </a:endParaRPr>
          </a:p>
        </p:txBody>
      </p:sp>
      <p:sp>
        <p:nvSpPr>
          <p:cNvPr id="39" name="Rectangle 38"/>
          <p:cNvSpPr/>
          <p:nvPr/>
        </p:nvSpPr>
        <p:spPr>
          <a:xfrm>
            <a:off x="8152310" y="3888485"/>
            <a:ext cx="2800350" cy="1323439"/>
          </a:xfrm>
          <a:prstGeom prst="rect">
            <a:avLst/>
          </a:prstGeom>
        </p:spPr>
        <p:txBody>
          <a:bodyPr wrap="square">
            <a:spAutoFit/>
          </a:bodyPr>
          <a:lstStyle/>
          <a:p>
            <a:pPr algn="ctr" fontAlgn="base"/>
            <a:r>
              <a:rPr lang="en-US" sz="1600">
                <a:solidFill>
                  <a:schemeClr val="tx1">
                    <a:lumMod val="75000"/>
                    <a:lumOff val="25000"/>
                  </a:schemeClr>
                </a:solidFill>
                <a:latin typeface="Open Sans" pitchFamily="34" charset="0"/>
                <a:ea typeface="Open Sans" pitchFamily="34" charset="0"/>
                <a:cs typeface="Open Sans" pitchFamily="34" charset="0"/>
              </a:rPr>
              <a:t>Machine learning models can include logistic regression, decision tree, random forest, and support vector machine</a:t>
            </a:r>
            <a:endParaRPr lang="en-IN" sz="1600">
              <a:solidFill>
                <a:schemeClr val="tx1">
                  <a:lumMod val="75000"/>
                  <a:lumOff val="25000"/>
                </a:schemeClr>
              </a:solidFill>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4F9DC62C-D1E8-ADB5-374A-14CB22FC0D01}"/>
              </a:ext>
            </a:extLst>
          </p:cNvPr>
          <p:cNvSpPr txBox="1">
            <a:spLocks/>
          </p:cNvSpPr>
          <p:nvPr/>
        </p:nvSpPr>
        <p:spPr>
          <a:xfrm>
            <a:off x="614751" y="338738"/>
            <a:ext cx="10969943" cy="711081"/>
          </a:xfrm>
          <a:prstGeom prst="rect">
            <a:avLst/>
          </a:prstGeom>
        </p:spPr>
        <p:txBody>
          <a:bodyPr vert="horz" lIns="121899" tIns="60949" rIns="121899" bIns="60949" rtlCol="0" anchor="ctr">
            <a:noAutofit/>
          </a:bodyPr>
          <a:lstStyle>
            <a:lvl1pPr algn="l" defTabSz="1219200" rtl="0" eaLnBrk="1" latinLnBrk="0" hangingPunct="1">
              <a:spcBef>
                <a:spcPct val="0"/>
              </a:spcBef>
              <a:buNone/>
              <a:defRPr sz="3600" kern="1200">
                <a:solidFill>
                  <a:schemeClr val="tx1"/>
                </a:solidFill>
                <a:latin typeface="+mj-lt"/>
                <a:ea typeface="+mj-ea"/>
                <a:cs typeface="+mj-cs"/>
              </a:defRPr>
            </a:lvl1pPr>
          </a:lstStyle>
          <a:p>
            <a:pPr algn="ctr"/>
            <a:r>
              <a:rPr lang="en-IN" b="1">
                <a:solidFill>
                  <a:schemeClr val="accent4"/>
                </a:solidFill>
                <a:latin typeface="Open Sans" pitchFamily="34" charset="0"/>
                <a:ea typeface="Open Sans" pitchFamily="34" charset="0"/>
                <a:cs typeface="Open Sans" pitchFamily="34" charset="0"/>
              </a:rPr>
              <a:t>Methodology</a:t>
            </a:r>
          </a:p>
        </p:txBody>
      </p:sp>
      <p:sp>
        <p:nvSpPr>
          <p:cNvPr id="49" name="Slide Number Placeholder 22">
            <a:extLst>
              <a:ext uri="{FF2B5EF4-FFF2-40B4-BE49-F238E27FC236}">
                <a16:creationId xmlns:a16="http://schemas.microsoft.com/office/drawing/2014/main" id="{6F315356-597F-F283-48A5-C02925F937AE}"/>
              </a:ext>
            </a:extLst>
          </p:cNvPr>
          <p:cNvSpPr>
            <a:spLocks noGrp="1"/>
          </p:cNvSpPr>
          <p:nvPr>
            <p:ph type="sldNum" sz="quarter" idx="12"/>
          </p:nvPr>
        </p:nvSpPr>
        <p:spPr>
          <a:xfrm>
            <a:off x="5836202" y="6253868"/>
            <a:ext cx="516420" cy="385017"/>
          </a:xfrm>
        </p:spPr>
        <p:txBody>
          <a:bodyPr/>
          <a:lstStyle/>
          <a:p>
            <a:fld id="{96E69268-9C8B-4EBF-A9EE-DC5DC2D48DC3}" type="slidenum">
              <a:rPr lang="en-US" smtClean="0"/>
              <a:t>8</a:t>
            </a:fld>
            <a:endParaRPr lang="en-US"/>
          </a:p>
        </p:txBody>
      </p:sp>
      <p:sp>
        <p:nvSpPr>
          <p:cNvPr id="51" name="Rectangle 50">
            <a:extLst>
              <a:ext uri="{FF2B5EF4-FFF2-40B4-BE49-F238E27FC236}">
                <a16:creationId xmlns:a16="http://schemas.microsoft.com/office/drawing/2014/main" id="{675D00FF-13BC-20AF-7F88-4A5CF85EB6FC}"/>
              </a:ext>
            </a:extLst>
          </p:cNvPr>
          <p:cNvSpPr/>
          <p:nvPr/>
        </p:nvSpPr>
        <p:spPr>
          <a:xfrm>
            <a:off x="987424" y="2821117"/>
            <a:ext cx="3297830" cy="277793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Oval 52">
            <a:extLst>
              <a:ext uri="{FF2B5EF4-FFF2-40B4-BE49-F238E27FC236}">
                <a16:creationId xmlns:a16="http://schemas.microsoft.com/office/drawing/2014/main" id="{7EC2D221-EF9F-9488-A4EF-114BE7E731C6}"/>
              </a:ext>
            </a:extLst>
          </p:cNvPr>
          <p:cNvSpPr/>
          <p:nvPr/>
        </p:nvSpPr>
        <p:spPr>
          <a:xfrm>
            <a:off x="1558924" y="1559386"/>
            <a:ext cx="2154830" cy="2154830"/>
          </a:xfrm>
          <a:prstGeom prst="ellipse">
            <a:avLst/>
          </a:prstGeom>
          <a:solidFill>
            <a:schemeClr val="accent2"/>
          </a:solidFill>
          <a:ln w="203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TextBox 54">
            <a:extLst>
              <a:ext uri="{FF2B5EF4-FFF2-40B4-BE49-F238E27FC236}">
                <a16:creationId xmlns:a16="http://schemas.microsoft.com/office/drawing/2014/main" id="{0B9E7AE8-D6AB-D01F-F292-38E8CE28829E}"/>
              </a:ext>
            </a:extLst>
          </p:cNvPr>
          <p:cNvSpPr txBox="1"/>
          <p:nvPr/>
        </p:nvSpPr>
        <p:spPr>
          <a:xfrm>
            <a:off x="1845940" y="1998652"/>
            <a:ext cx="1440160" cy="1323439"/>
          </a:xfrm>
          <a:prstGeom prst="rect">
            <a:avLst/>
          </a:prstGeom>
          <a:noFill/>
        </p:spPr>
        <p:txBody>
          <a:bodyPr wrap="square" rtlCol="0">
            <a:spAutoFit/>
          </a:bodyPr>
          <a:lstStyle/>
          <a:p>
            <a:pPr algn="ctr"/>
            <a:r>
              <a:rPr lang="en-IN" sz="2000">
                <a:solidFill>
                  <a:schemeClr val="bg1"/>
                </a:solidFill>
                <a:latin typeface="Open Sans" pitchFamily="34" charset="0"/>
                <a:ea typeface="Open Sans" pitchFamily="34" charset="0"/>
                <a:cs typeface="Open Sans" pitchFamily="34" charset="0"/>
              </a:rPr>
              <a:t>Model training and testing</a:t>
            </a:r>
          </a:p>
        </p:txBody>
      </p:sp>
      <p:sp>
        <p:nvSpPr>
          <p:cNvPr id="57" name="Rectangle 56">
            <a:extLst>
              <a:ext uri="{FF2B5EF4-FFF2-40B4-BE49-F238E27FC236}">
                <a16:creationId xmlns:a16="http://schemas.microsoft.com/office/drawing/2014/main" id="{12AA529E-0167-EDCF-4388-06BE92FD22D0}"/>
              </a:ext>
            </a:extLst>
          </p:cNvPr>
          <p:cNvSpPr/>
          <p:nvPr/>
        </p:nvSpPr>
        <p:spPr>
          <a:xfrm>
            <a:off x="4445497" y="2821117"/>
            <a:ext cx="3297830" cy="277793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Oval 58">
            <a:extLst>
              <a:ext uri="{FF2B5EF4-FFF2-40B4-BE49-F238E27FC236}">
                <a16:creationId xmlns:a16="http://schemas.microsoft.com/office/drawing/2014/main" id="{212FCB9F-D2AA-2A96-913F-5D130C8B6AE6}"/>
              </a:ext>
            </a:extLst>
          </p:cNvPr>
          <p:cNvSpPr/>
          <p:nvPr/>
        </p:nvSpPr>
        <p:spPr>
          <a:xfrm>
            <a:off x="5016997" y="1559386"/>
            <a:ext cx="2154830" cy="2154830"/>
          </a:xfrm>
          <a:prstGeom prst="ellipse">
            <a:avLst/>
          </a:prstGeom>
          <a:solidFill>
            <a:schemeClr val="accent3"/>
          </a:solidFill>
          <a:ln w="203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1" name="TextBox 60">
            <a:extLst>
              <a:ext uri="{FF2B5EF4-FFF2-40B4-BE49-F238E27FC236}">
                <a16:creationId xmlns:a16="http://schemas.microsoft.com/office/drawing/2014/main" id="{BE676ACD-77A6-8F0B-88F7-79F8F09C06FB}"/>
              </a:ext>
            </a:extLst>
          </p:cNvPr>
          <p:cNvSpPr txBox="1"/>
          <p:nvPr/>
        </p:nvSpPr>
        <p:spPr>
          <a:xfrm>
            <a:off x="5302324" y="2282858"/>
            <a:ext cx="1724756" cy="707886"/>
          </a:xfrm>
          <a:prstGeom prst="rect">
            <a:avLst/>
          </a:prstGeom>
          <a:noFill/>
        </p:spPr>
        <p:txBody>
          <a:bodyPr wrap="square" rtlCol="0">
            <a:spAutoFit/>
          </a:bodyPr>
          <a:lstStyle/>
          <a:p>
            <a:pPr algn="ctr"/>
            <a:r>
              <a:rPr lang="en-IN" sz="2000">
                <a:solidFill>
                  <a:schemeClr val="bg1"/>
                </a:solidFill>
                <a:latin typeface="Open Sans" pitchFamily="34" charset="0"/>
                <a:ea typeface="Open Sans" pitchFamily="34" charset="0"/>
                <a:cs typeface="Open Sans" pitchFamily="34" charset="0"/>
              </a:rPr>
              <a:t>Performance evaluation</a:t>
            </a:r>
          </a:p>
        </p:txBody>
      </p:sp>
      <p:sp>
        <p:nvSpPr>
          <p:cNvPr id="63" name="Rectangle 62">
            <a:extLst>
              <a:ext uri="{FF2B5EF4-FFF2-40B4-BE49-F238E27FC236}">
                <a16:creationId xmlns:a16="http://schemas.microsoft.com/office/drawing/2014/main" id="{7F70FB3A-7688-814A-A351-2F934563E1A6}"/>
              </a:ext>
            </a:extLst>
          </p:cNvPr>
          <p:cNvSpPr/>
          <p:nvPr/>
        </p:nvSpPr>
        <p:spPr>
          <a:xfrm>
            <a:off x="7903570" y="2821117"/>
            <a:ext cx="3297830" cy="277793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5" name="Oval 64">
            <a:extLst>
              <a:ext uri="{FF2B5EF4-FFF2-40B4-BE49-F238E27FC236}">
                <a16:creationId xmlns:a16="http://schemas.microsoft.com/office/drawing/2014/main" id="{A786B8C3-B771-C13C-E420-AB1C6016CC05}"/>
              </a:ext>
            </a:extLst>
          </p:cNvPr>
          <p:cNvSpPr/>
          <p:nvPr/>
        </p:nvSpPr>
        <p:spPr>
          <a:xfrm>
            <a:off x="8475070" y="1559386"/>
            <a:ext cx="2154830" cy="2154830"/>
          </a:xfrm>
          <a:prstGeom prst="ellipse">
            <a:avLst/>
          </a:prstGeom>
          <a:solidFill>
            <a:schemeClr val="accent4"/>
          </a:solidFill>
          <a:ln w="203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7" name="TextBox 66">
            <a:extLst>
              <a:ext uri="{FF2B5EF4-FFF2-40B4-BE49-F238E27FC236}">
                <a16:creationId xmlns:a16="http://schemas.microsoft.com/office/drawing/2014/main" id="{363EB2CB-E3A1-A3B6-D1C7-F6DED3961310}"/>
              </a:ext>
            </a:extLst>
          </p:cNvPr>
          <p:cNvSpPr txBox="1"/>
          <p:nvPr/>
        </p:nvSpPr>
        <p:spPr>
          <a:xfrm>
            <a:off x="8830716" y="2257261"/>
            <a:ext cx="1584176" cy="400110"/>
          </a:xfrm>
          <a:prstGeom prst="rect">
            <a:avLst/>
          </a:prstGeom>
          <a:noFill/>
        </p:spPr>
        <p:txBody>
          <a:bodyPr wrap="square" rtlCol="0">
            <a:spAutoFit/>
          </a:bodyPr>
          <a:lstStyle/>
          <a:p>
            <a:pPr algn="ctr"/>
            <a:r>
              <a:rPr lang="en-IN" sz="2000">
                <a:solidFill>
                  <a:schemeClr val="bg1"/>
                </a:solidFill>
                <a:latin typeface="Open Sans" pitchFamily="34" charset="0"/>
                <a:ea typeface="Open Sans" pitchFamily="34" charset="0"/>
                <a:cs typeface="Open Sans" pitchFamily="34" charset="0"/>
              </a:rPr>
              <a:t>Validation</a:t>
            </a:r>
          </a:p>
        </p:txBody>
      </p:sp>
      <p:sp>
        <p:nvSpPr>
          <p:cNvPr id="69" name="Rectangle 68">
            <a:extLst>
              <a:ext uri="{FF2B5EF4-FFF2-40B4-BE49-F238E27FC236}">
                <a16:creationId xmlns:a16="http://schemas.microsoft.com/office/drawing/2014/main" id="{9B10D58E-8C15-8C47-7AFD-6F7388415A47}"/>
              </a:ext>
            </a:extLst>
          </p:cNvPr>
          <p:cNvSpPr/>
          <p:nvPr/>
        </p:nvSpPr>
        <p:spPr>
          <a:xfrm>
            <a:off x="987424" y="3645562"/>
            <a:ext cx="3089276" cy="2062103"/>
          </a:xfrm>
          <a:prstGeom prst="rect">
            <a:avLst/>
          </a:prstGeom>
        </p:spPr>
        <p:txBody>
          <a:bodyPr wrap="square">
            <a:spAutoFit/>
          </a:bodyPr>
          <a:lstStyle/>
          <a:p>
            <a:pPr algn="ctr" fontAlgn="base"/>
            <a:r>
              <a:rPr lang="en-US" sz="1600">
                <a:solidFill>
                  <a:schemeClr val="tx1">
                    <a:lumMod val="75000"/>
                    <a:lumOff val="25000"/>
                  </a:schemeClr>
                </a:solidFill>
                <a:latin typeface="Arial" panose="020B0604020202020204" pitchFamily="34" charset="0"/>
                <a:cs typeface="Arial" panose="020B0604020202020204" pitchFamily="34" charset="0"/>
              </a:rPr>
              <a:t>The machine learning model is trained and tested using a dataset of patients with osteoarthritis. The dataset is divided into a training set and a testing set, and the model is trained on the training set and evaluated on the testing set</a:t>
            </a:r>
            <a:endParaRPr lang="en-IN" sz="1600">
              <a:solidFill>
                <a:schemeClr val="tx1">
                  <a:lumMod val="75000"/>
                  <a:lumOff val="25000"/>
                </a:schemeClr>
              </a:solidFill>
              <a:latin typeface="Arial" panose="020B0604020202020204" pitchFamily="34" charset="0"/>
              <a:cs typeface="Arial" panose="020B0604020202020204" pitchFamily="34" charset="0"/>
            </a:endParaRPr>
          </a:p>
        </p:txBody>
      </p:sp>
      <p:sp>
        <p:nvSpPr>
          <p:cNvPr id="71" name="Rectangle 70">
            <a:extLst>
              <a:ext uri="{FF2B5EF4-FFF2-40B4-BE49-F238E27FC236}">
                <a16:creationId xmlns:a16="http://schemas.microsoft.com/office/drawing/2014/main" id="{F7EBA9DE-A1DF-9C4B-B7B6-AB475F8931B8}"/>
              </a:ext>
            </a:extLst>
          </p:cNvPr>
          <p:cNvSpPr/>
          <p:nvPr/>
        </p:nvSpPr>
        <p:spPr>
          <a:xfrm>
            <a:off x="4388277" y="3529003"/>
            <a:ext cx="3297149" cy="2062103"/>
          </a:xfrm>
          <a:prstGeom prst="rect">
            <a:avLst/>
          </a:prstGeom>
        </p:spPr>
        <p:txBody>
          <a:bodyPr wrap="square">
            <a:spAutoFit/>
          </a:bodyPr>
          <a:lstStyle/>
          <a:p>
            <a:pPr algn="ctr" fontAlgn="base"/>
            <a:r>
              <a:rPr lang="en-US" sz="1600">
                <a:solidFill>
                  <a:schemeClr val="tx1">
                    <a:lumMod val="75000"/>
                    <a:lumOff val="25000"/>
                  </a:schemeClr>
                </a:solidFill>
                <a:latin typeface="Open Sans" pitchFamily="34" charset="0"/>
                <a:ea typeface="Open Sans" pitchFamily="34" charset="0"/>
                <a:cs typeface="Open Sans" pitchFamily="34" charset="0"/>
              </a:rPr>
              <a:t>The performance of the machine learning model is evaluated using various metrics, including accuracy, precision, recall, and F1 score. The model's performance is compared with existing methods for osteoarthritis detection</a:t>
            </a:r>
            <a:endParaRPr lang="en-IN" sz="1600">
              <a:solidFill>
                <a:schemeClr val="tx1">
                  <a:lumMod val="75000"/>
                  <a:lumOff val="25000"/>
                </a:schemeClr>
              </a:solidFill>
              <a:latin typeface="Arial" panose="020B0604020202020204" pitchFamily="34" charset="0"/>
              <a:cs typeface="Arial" panose="020B0604020202020204" pitchFamily="34" charset="0"/>
            </a:endParaRPr>
          </a:p>
        </p:txBody>
      </p:sp>
      <p:sp>
        <p:nvSpPr>
          <p:cNvPr id="73" name="Rectangle 72">
            <a:extLst>
              <a:ext uri="{FF2B5EF4-FFF2-40B4-BE49-F238E27FC236}">
                <a16:creationId xmlns:a16="http://schemas.microsoft.com/office/drawing/2014/main" id="{3C3504B3-3FD0-95CC-490F-7DB39C225BF4}"/>
              </a:ext>
            </a:extLst>
          </p:cNvPr>
          <p:cNvSpPr/>
          <p:nvPr/>
        </p:nvSpPr>
        <p:spPr>
          <a:xfrm>
            <a:off x="8034065" y="3529004"/>
            <a:ext cx="2918595" cy="1815882"/>
          </a:xfrm>
          <a:prstGeom prst="rect">
            <a:avLst/>
          </a:prstGeom>
        </p:spPr>
        <p:txBody>
          <a:bodyPr wrap="square">
            <a:spAutoFit/>
          </a:bodyPr>
          <a:lstStyle/>
          <a:p>
            <a:pPr algn="ctr" fontAlgn="base"/>
            <a:r>
              <a:rPr lang="en-US" sz="1600">
                <a:solidFill>
                  <a:schemeClr val="tx1">
                    <a:lumMod val="75000"/>
                    <a:lumOff val="25000"/>
                  </a:schemeClr>
                </a:solidFill>
                <a:latin typeface="Open Sans" pitchFamily="34" charset="0"/>
                <a:ea typeface="Open Sans" pitchFamily="34" charset="0"/>
                <a:cs typeface="Open Sans" pitchFamily="34" charset="0"/>
              </a:rPr>
              <a:t>The final step in osteoarthritis detection is to validate the developed machine learning model in an independent dataset of patients. Validation is essential to ensure the generalizability of the model</a:t>
            </a:r>
            <a:endParaRPr lang="en-IN" sz="160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82756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441" y="274639"/>
            <a:ext cx="10969943" cy="711081"/>
          </a:xfrm>
        </p:spPr>
        <p:txBody>
          <a:bodyPr/>
          <a:lstStyle/>
          <a:p>
            <a:pPr algn="ctr"/>
            <a:r>
              <a:rPr lang="en-IN" b="1">
                <a:solidFill>
                  <a:schemeClr val="accent4"/>
                </a:solidFill>
                <a:latin typeface="Open Sans" pitchFamily="34" charset="0"/>
                <a:ea typeface="Open Sans" pitchFamily="34" charset="0"/>
                <a:cs typeface="Open Sans" pitchFamily="34" charset="0"/>
              </a:rPr>
              <a:t>Methodology</a:t>
            </a:r>
          </a:p>
        </p:txBody>
      </p:sp>
      <p:sp>
        <p:nvSpPr>
          <p:cNvPr id="23" name="Slide Number Placeholder 22"/>
          <p:cNvSpPr>
            <a:spLocks noGrp="1"/>
          </p:cNvSpPr>
          <p:nvPr>
            <p:ph type="sldNum" sz="quarter" idx="12"/>
          </p:nvPr>
        </p:nvSpPr>
        <p:spPr/>
        <p:txBody>
          <a:bodyPr/>
          <a:lstStyle/>
          <a:p>
            <a:fld id="{96E69268-9C8B-4EBF-A9EE-DC5DC2D48DC3}" type="slidenum">
              <a:rPr lang="en-US" smtClean="0"/>
              <a:t>9</a:t>
            </a:fld>
            <a:endParaRPr lang="en-US"/>
          </a:p>
        </p:txBody>
      </p:sp>
      <p:pic>
        <p:nvPicPr>
          <p:cNvPr id="4" name="Picture 5" descr="A picture containing application&#10;&#10;Description automatically generated">
            <a:extLst>
              <a:ext uri="{FF2B5EF4-FFF2-40B4-BE49-F238E27FC236}">
                <a16:creationId xmlns:a16="http://schemas.microsoft.com/office/drawing/2014/main" id="{D735E6F2-2838-0734-1052-A3174740E6FC}"/>
              </a:ext>
            </a:extLst>
          </p:cNvPr>
          <p:cNvPicPr>
            <a:picLocks noChangeAspect="1"/>
          </p:cNvPicPr>
          <p:nvPr/>
        </p:nvPicPr>
        <p:blipFill>
          <a:blip r:embed="rId3"/>
          <a:stretch>
            <a:fillRect/>
          </a:stretch>
        </p:blipFill>
        <p:spPr>
          <a:xfrm>
            <a:off x="1899258" y="1444337"/>
            <a:ext cx="8921535" cy="1254196"/>
          </a:xfrm>
          <a:prstGeom prst="rect">
            <a:avLst/>
          </a:prstGeom>
        </p:spPr>
      </p:pic>
      <p:pic>
        <p:nvPicPr>
          <p:cNvPr id="6" name="Picture 6" descr="Text&#10;&#10;Description automatically generated">
            <a:extLst>
              <a:ext uri="{FF2B5EF4-FFF2-40B4-BE49-F238E27FC236}">
                <a16:creationId xmlns:a16="http://schemas.microsoft.com/office/drawing/2014/main" id="{5CEB47B2-AEEA-1CD0-FA80-590A4808EF63}"/>
              </a:ext>
            </a:extLst>
          </p:cNvPr>
          <p:cNvPicPr>
            <a:picLocks noChangeAspect="1"/>
          </p:cNvPicPr>
          <p:nvPr/>
        </p:nvPicPr>
        <p:blipFill>
          <a:blip r:embed="rId4"/>
          <a:stretch>
            <a:fillRect/>
          </a:stretch>
        </p:blipFill>
        <p:spPr>
          <a:xfrm>
            <a:off x="1902528" y="3301957"/>
            <a:ext cx="8916463" cy="2951298"/>
          </a:xfrm>
          <a:prstGeom prst="rect">
            <a:avLst/>
          </a:prstGeom>
        </p:spPr>
      </p:pic>
      <p:sp>
        <p:nvSpPr>
          <p:cNvPr id="9" name="Rectangle 8">
            <a:extLst>
              <a:ext uri="{FF2B5EF4-FFF2-40B4-BE49-F238E27FC236}">
                <a16:creationId xmlns:a16="http://schemas.microsoft.com/office/drawing/2014/main" id="{CA991B2B-DBF3-59B1-A18B-B371998E11E5}"/>
              </a:ext>
            </a:extLst>
          </p:cNvPr>
          <p:cNvSpPr/>
          <p:nvPr/>
        </p:nvSpPr>
        <p:spPr>
          <a:xfrm>
            <a:off x="605408" y="977778"/>
            <a:ext cx="11044304" cy="400110"/>
          </a:xfrm>
          <a:prstGeom prst="rect">
            <a:avLst/>
          </a:prstGeom>
        </p:spPr>
        <p:txBody>
          <a:bodyPr wrap="square" lIns="91440" tIns="45720" rIns="91440" bIns="45720" anchor="t">
            <a:spAutoFit/>
          </a:bodyPr>
          <a:lstStyle/>
          <a:p>
            <a:r>
              <a:rPr lang="en-US" sz="2000" b="1">
                <a:solidFill>
                  <a:srgbClr val="374151"/>
                </a:solidFill>
                <a:ea typeface="+mn-lt"/>
                <a:cs typeface="+mn-lt"/>
              </a:rPr>
              <a:t>Imports necessary libraries</a:t>
            </a:r>
            <a:endParaRPr lang="en-US" sz="2000" b="1">
              <a:cs typeface="Calibri"/>
            </a:endParaRPr>
          </a:p>
        </p:txBody>
      </p:sp>
      <p:sp>
        <p:nvSpPr>
          <p:cNvPr id="10" name="Rectangle 9">
            <a:extLst>
              <a:ext uri="{FF2B5EF4-FFF2-40B4-BE49-F238E27FC236}">
                <a16:creationId xmlns:a16="http://schemas.microsoft.com/office/drawing/2014/main" id="{CD8EC816-6779-99BA-9495-63AE32C4110B}"/>
              </a:ext>
            </a:extLst>
          </p:cNvPr>
          <p:cNvSpPr/>
          <p:nvPr/>
        </p:nvSpPr>
        <p:spPr>
          <a:xfrm>
            <a:off x="606344" y="2910577"/>
            <a:ext cx="4464496" cy="400110"/>
          </a:xfrm>
          <a:prstGeom prst="rect">
            <a:avLst/>
          </a:prstGeom>
        </p:spPr>
        <p:txBody>
          <a:bodyPr wrap="square" lIns="91440" tIns="45720" rIns="91440" bIns="45720" anchor="t">
            <a:spAutoFit/>
          </a:bodyPr>
          <a:lstStyle/>
          <a:p>
            <a:r>
              <a:rPr lang="en-US" sz="2000" b="1">
                <a:solidFill>
                  <a:srgbClr val="374151"/>
                </a:solidFill>
                <a:ea typeface="+mn-lt"/>
                <a:cs typeface="+mn-lt"/>
              </a:rPr>
              <a:t>Neural network model </a:t>
            </a:r>
            <a:endParaRPr lang="en-US" sz="2000" b="1">
              <a:cs typeface="Calibri"/>
            </a:endParaRPr>
          </a:p>
        </p:txBody>
      </p:sp>
    </p:spTree>
    <p:extLst>
      <p:ext uri="{BB962C8B-B14F-4D97-AF65-F5344CB8AC3E}">
        <p14:creationId xmlns:p14="http://schemas.microsoft.com/office/powerpoint/2010/main" val="35858013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441" y="274639"/>
            <a:ext cx="10969943" cy="711081"/>
          </a:xfrm>
        </p:spPr>
        <p:txBody>
          <a:bodyPr/>
          <a:lstStyle/>
          <a:p>
            <a:pPr algn="ctr"/>
            <a:r>
              <a:rPr lang="en-IN" b="1">
                <a:solidFill>
                  <a:schemeClr val="accent4"/>
                </a:solidFill>
                <a:latin typeface="Open Sans" pitchFamily="34" charset="0"/>
                <a:ea typeface="Open Sans" pitchFamily="34" charset="0"/>
                <a:cs typeface="Open Sans" pitchFamily="34" charset="0"/>
              </a:rPr>
              <a:t>Methodology</a:t>
            </a:r>
          </a:p>
        </p:txBody>
      </p:sp>
      <p:sp>
        <p:nvSpPr>
          <p:cNvPr id="23" name="Slide Number Placeholder 22"/>
          <p:cNvSpPr>
            <a:spLocks noGrp="1"/>
          </p:cNvSpPr>
          <p:nvPr>
            <p:ph type="sldNum" sz="quarter" idx="12"/>
          </p:nvPr>
        </p:nvSpPr>
        <p:spPr/>
        <p:txBody>
          <a:bodyPr/>
          <a:lstStyle/>
          <a:p>
            <a:fld id="{96E69268-9C8B-4EBF-A9EE-DC5DC2D48DC3}" type="slidenum">
              <a:rPr lang="en-US" smtClean="0"/>
              <a:t>10</a:t>
            </a:fld>
            <a:endParaRPr lang="en-US"/>
          </a:p>
        </p:txBody>
      </p:sp>
      <p:sp>
        <p:nvSpPr>
          <p:cNvPr id="9" name="Rectangle 8">
            <a:extLst>
              <a:ext uri="{FF2B5EF4-FFF2-40B4-BE49-F238E27FC236}">
                <a16:creationId xmlns:a16="http://schemas.microsoft.com/office/drawing/2014/main" id="{CA991B2B-DBF3-59B1-A18B-B371998E11E5}"/>
              </a:ext>
            </a:extLst>
          </p:cNvPr>
          <p:cNvSpPr/>
          <p:nvPr/>
        </p:nvSpPr>
        <p:spPr>
          <a:xfrm>
            <a:off x="605408" y="938533"/>
            <a:ext cx="4464496" cy="400110"/>
          </a:xfrm>
          <a:prstGeom prst="rect">
            <a:avLst/>
          </a:prstGeom>
        </p:spPr>
        <p:txBody>
          <a:bodyPr wrap="square" lIns="91440" tIns="45720" rIns="91440" bIns="45720" anchor="t">
            <a:spAutoFit/>
          </a:bodyPr>
          <a:lstStyle/>
          <a:p>
            <a:r>
              <a:rPr lang="en-US" sz="2000" b="1">
                <a:latin typeface="Calibri"/>
                <a:ea typeface="Open Sans"/>
                <a:cs typeface="Arial"/>
              </a:rPr>
              <a:t>Model Summary</a:t>
            </a:r>
            <a:endParaRPr lang="en-US" sz="2000" b="1">
              <a:latin typeface="Calibri"/>
              <a:cs typeface="Calibri"/>
            </a:endParaRPr>
          </a:p>
        </p:txBody>
      </p:sp>
      <p:pic>
        <p:nvPicPr>
          <p:cNvPr id="3" name="Picture 4" descr="Graphical user interface, application&#10;&#10;Description automatically generated">
            <a:extLst>
              <a:ext uri="{FF2B5EF4-FFF2-40B4-BE49-F238E27FC236}">
                <a16:creationId xmlns:a16="http://schemas.microsoft.com/office/drawing/2014/main" id="{6357D70F-8DB7-642E-4176-BDA32BA843AF}"/>
              </a:ext>
            </a:extLst>
          </p:cNvPr>
          <p:cNvPicPr>
            <a:picLocks noChangeAspect="1"/>
          </p:cNvPicPr>
          <p:nvPr/>
        </p:nvPicPr>
        <p:blipFill>
          <a:blip r:embed="rId3"/>
          <a:stretch>
            <a:fillRect/>
          </a:stretch>
        </p:blipFill>
        <p:spPr>
          <a:xfrm>
            <a:off x="3108963" y="1397666"/>
            <a:ext cx="5977720" cy="4837750"/>
          </a:xfrm>
          <a:prstGeom prst="rect">
            <a:avLst/>
          </a:prstGeom>
        </p:spPr>
      </p:pic>
    </p:spTree>
    <p:extLst>
      <p:ext uri="{BB962C8B-B14F-4D97-AF65-F5344CB8AC3E}">
        <p14:creationId xmlns:p14="http://schemas.microsoft.com/office/powerpoint/2010/main" val="33689062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441" y="274639"/>
            <a:ext cx="10969943" cy="711081"/>
          </a:xfrm>
        </p:spPr>
        <p:txBody>
          <a:bodyPr/>
          <a:lstStyle/>
          <a:p>
            <a:pPr algn="ctr"/>
            <a:r>
              <a:rPr lang="en-IN" b="1">
                <a:solidFill>
                  <a:schemeClr val="accent4"/>
                </a:solidFill>
                <a:latin typeface="Open Sans" pitchFamily="34" charset="0"/>
                <a:ea typeface="Open Sans" pitchFamily="34" charset="0"/>
                <a:cs typeface="Open Sans" pitchFamily="34" charset="0"/>
              </a:rPr>
              <a:t>Methodology</a:t>
            </a:r>
          </a:p>
        </p:txBody>
      </p:sp>
      <p:sp>
        <p:nvSpPr>
          <p:cNvPr id="23" name="Slide Number Placeholder 22"/>
          <p:cNvSpPr>
            <a:spLocks noGrp="1"/>
          </p:cNvSpPr>
          <p:nvPr>
            <p:ph type="sldNum" sz="quarter" idx="12"/>
          </p:nvPr>
        </p:nvSpPr>
        <p:spPr/>
        <p:txBody>
          <a:bodyPr/>
          <a:lstStyle/>
          <a:p>
            <a:fld id="{96E69268-9C8B-4EBF-A9EE-DC5DC2D48DC3}" type="slidenum">
              <a:rPr lang="en-US" dirty="0" smtClean="0"/>
              <a:t>11</a:t>
            </a:fld>
            <a:endParaRPr lang="en-US"/>
          </a:p>
        </p:txBody>
      </p:sp>
      <p:sp>
        <p:nvSpPr>
          <p:cNvPr id="9" name="Rectangle 8">
            <a:extLst>
              <a:ext uri="{FF2B5EF4-FFF2-40B4-BE49-F238E27FC236}">
                <a16:creationId xmlns:a16="http://schemas.microsoft.com/office/drawing/2014/main" id="{CA991B2B-DBF3-59B1-A18B-B371998E11E5}"/>
              </a:ext>
            </a:extLst>
          </p:cNvPr>
          <p:cNvSpPr/>
          <p:nvPr/>
        </p:nvSpPr>
        <p:spPr>
          <a:xfrm>
            <a:off x="605408" y="977778"/>
            <a:ext cx="4464496" cy="400110"/>
          </a:xfrm>
          <a:prstGeom prst="rect">
            <a:avLst/>
          </a:prstGeom>
        </p:spPr>
        <p:txBody>
          <a:bodyPr wrap="square" lIns="91440" tIns="45720" rIns="91440" bIns="45720" anchor="t">
            <a:spAutoFit/>
          </a:bodyPr>
          <a:lstStyle/>
          <a:p>
            <a:r>
              <a:rPr lang="en-US" sz="2000" b="1">
                <a:latin typeface="Calibri"/>
                <a:ea typeface="Open Sans"/>
                <a:cs typeface="Arial"/>
              </a:rPr>
              <a:t>Compiles Model</a:t>
            </a:r>
            <a:endParaRPr lang="en-US" sz="2000" b="1">
              <a:latin typeface="Calibri"/>
              <a:cs typeface="Calibri"/>
            </a:endParaRPr>
          </a:p>
        </p:txBody>
      </p:sp>
      <p:sp>
        <p:nvSpPr>
          <p:cNvPr id="10" name="Rectangle 9">
            <a:extLst>
              <a:ext uri="{FF2B5EF4-FFF2-40B4-BE49-F238E27FC236}">
                <a16:creationId xmlns:a16="http://schemas.microsoft.com/office/drawing/2014/main" id="{CD8EC816-6779-99BA-9495-63AE32C4110B}"/>
              </a:ext>
            </a:extLst>
          </p:cNvPr>
          <p:cNvSpPr/>
          <p:nvPr/>
        </p:nvSpPr>
        <p:spPr>
          <a:xfrm>
            <a:off x="606344" y="2635864"/>
            <a:ext cx="10681483" cy="400110"/>
          </a:xfrm>
          <a:prstGeom prst="rect">
            <a:avLst/>
          </a:prstGeom>
        </p:spPr>
        <p:txBody>
          <a:bodyPr wrap="square" lIns="91440" tIns="45720" rIns="91440" bIns="45720" anchor="t">
            <a:spAutoFit/>
          </a:bodyPr>
          <a:lstStyle/>
          <a:p>
            <a:r>
              <a:rPr lang="en-US" sz="2000" b="1">
                <a:solidFill>
                  <a:srgbClr val="374151"/>
                </a:solidFill>
                <a:ea typeface="+mn-lt"/>
                <a:cs typeface="+mn-lt"/>
              </a:rPr>
              <a:t>Sets the batch size and directories for training and validation data</a:t>
            </a:r>
            <a:endParaRPr lang="en-US" sz="2000" b="1">
              <a:cs typeface="Calibri"/>
            </a:endParaRPr>
          </a:p>
        </p:txBody>
      </p:sp>
      <p:pic>
        <p:nvPicPr>
          <p:cNvPr id="3" name="Picture 4" descr="Graphical user interface, text, application&#10;&#10;Description automatically generated">
            <a:extLst>
              <a:ext uri="{FF2B5EF4-FFF2-40B4-BE49-F238E27FC236}">
                <a16:creationId xmlns:a16="http://schemas.microsoft.com/office/drawing/2014/main" id="{A134EFEC-C4D8-854D-7156-DBB5FE63BC77}"/>
              </a:ext>
            </a:extLst>
          </p:cNvPr>
          <p:cNvPicPr>
            <a:picLocks noChangeAspect="1"/>
          </p:cNvPicPr>
          <p:nvPr/>
        </p:nvPicPr>
        <p:blipFill>
          <a:blip r:embed="rId3"/>
          <a:stretch>
            <a:fillRect/>
          </a:stretch>
        </p:blipFill>
        <p:spPr>
          <a:xfrm>
            <a:off x="1255634" y="1454036"/>
            <a:ext cx="9654960" cy="731867"/>
          </a:xfrm>
          <a:prstGeom prst="rect">
            <a:avLst/>
          </a:prstGeom>
        </p:spPr>
      </p:pic>
      <p:pic>
        <p:nvPicPr>
          <p:cNvPr id="5" name="Picture 6" descr="Text&#10;&#10;Description automatically generated">
            <a:extLst>
              <a:ext uri="{FF2B5EF4-FFF2-40B4-BE49-F238E27FC236}">
                <a16:creationId xmlns:a16="http://schemas.microsoft.com/office/drawing/2014/main" id="{06EA93F4-C4B5-8BDD-1A23-2D13F46E8EED}"/>
              </a:ext>
            </a:extLst>
          </p:cNvPr>
          <p:cNvPicPr>
            <a:picLocks noChangeAspect="1"/>
          </p:cNvPicPr>
          <p:nvPr/>
        </p:nvPicPr>
        <p:blipFill>
          <a:blip r:embed="rId4"/>
          <a:stretch>
            <a:fillRect/>
          </a:stretch>
        </p:blipFill>
        <p:spPr>
          <a:xfrm>
            <a:off x="1285052" y="3103114"/>
            <a:ext cx="9625542" cy="3133995"/>
          </a:xfrm>
          <a:prstGeom prst="rect">
            <a:avLst/>
          </a:prstGeom>
        </p:spPr>
      </p:pic>
    </p:spTree>
    <p:extLst>
      <p:ext uri="{BB962C8B-B14F-4D97-AF65-F5344CB8AC3E}">
        <p14:creationId xmlns:p14="http://schemas.microsoft.com/office/powerpoint/2010/main" val="29153652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441" y="274639"/>
            <a:ext cx="10969943" cy="711081"/>
          </a:xfrm>
        </p:spPr>
        <p:txBody>
          <a:bodyPr/>
          <a:lstStyle/>
          <a:p>
            <a:pPr algn="ctr"/>
            <a:r>
              <a:rPr lang="en-IN" b="1">
                <a:solidFill>
                  <a:schemeClr val="accent4"/>
                </a:solidFill>
                <a:latin typeface="Open Sans" pitchFamily="34" charset="0"/>
                <a:ea typeface="Open Sans" pitchFamily="34" charset="0"/>
                <a:cs typeface="Open Sans" pitchFamily="34" charset="0"/>
              </a:rPr>
              <a:t>Methodology</a:t>
            </a:r>
          </a:p>
        </p:txBody>
      </p:sp>
      <p:sp>
        <p:nvSpPr>
          <p:cNvPr id="23" name="Slide Number Placeholder 22"/>
          <p:cNvSpPr>
            <a:spLocks noGrp="1"/>
          </p:cNvSpPr>
          <p:nvPr>
            <p:ph type="sldNum" sz="quarter" idx="12"/>
          </p:nvPr>
        </p:nvSpPr>
        <p:spPr/>
        <p:txBody>
          <a:bodyPr/>
          <a:lstStyle/>
          <a:p>
            <a:fld id="{96E69268-9C8B-4EBF-A9EE-DC5DC2D48DC3}" type="slidenum">
              <a:rPr lang="en-US" dirty="0" smtClean="0"/>
              <a:t>12</a:t>
            </a:fld>
            <a:endParaRPr lang="en-US"/>
          </a:p>
        </p:txBody>
      </p:sp>
      <p:sp>
        <p:nvSpPr>
          <p:cNvPr id="9" name="Rectangle 8">
            <a:extLst>
              <a:ext uri="{FF2B5EF4-FFF2-40B4-BE49-F238E27FC236}">
                <a16:creationId xmlns:a16="http://schemas.microsoft.com/office/drawing/2014/main" id="{CA991B2B-DBF3-59B1-A18B-B371998E11E5}"/>
              </a:ext>
            </a:extLst>
          </p:cNvPr>
          <p:cNvSpPr/>
          <p:nvPr/>
        </p:nvSpPr>
        <p:spPr>
          <a:xfrm>
            <a:off x="605408" y="977778"/>
            <a:ext cx="5719660" cy="400110"/>
          </a:xfrm>
          <a:prstGeom prst="rect">
            <a:avLst/>
          </a:prstGeom>
        </p:spPr>
        <p:txBody>
          <a:bodyPr wrap="square" lIns="91440" tIns="45720" rIns="91440" bIns="45720" anchor="t">
            <a:spAutoFit/>
          </a:bodyPr>
          <a:lstStyle/>
          <a:p>
            <a:r>
              <a:rPr lang="en-US" sz="2000" b="1">
                <a:solidFill>
                  <a:srgbClr val="374151"/>
                </a:solidFill>
                <a:ea typeface="+mn-lt"/>
                <a:cs typeface="+mn-lt"/>
              </a:rPr>
              <a:t>Defines a convolutional neural network (CNN) </a:t>
            </a:r>
            <a:endParaRPr lang="en-US" sz="2000" b="1">
              <a:cs typeface="Calibri"/>
            </a:endParaRPr>
          </a:p>
        </p:txBody>
      </p:sp>
      <p:pic>
        <p:nvPicPr>
          <p:cNvPr id="4" name="Picture 5" descr="Table&#10;&#10;Description automatically generated">
            <a:extLst>
              <a:ext uri="{FF2B5EF4-FFF2-40B4-BE49-F238E27FC236}">
                <a16:creationId xmlns:a16="http://schemas.microsoft.com/office/drawing/2014/main" id="{9BFE80CE-E7AD-7447-1498-BE7953749556}"/>
              </a:ext>
            </a:extLst>
          </p:cNvPr>
          <p:cNvPicPr>
            <a:picLocks noChangeAspect="1"/>
          </p:cNvPicPr>
          <p:nvPr/>
        </p:nvPicPr>
        <p:blipFill>
          <a:blip r:embed="rId3"/>
          <a:stretch>
            <a:fillRect/>
          </a:stretch>
        </p:blipFill>
        <p:spPr>
          <a:xfrm>
            <a:off x="1863605" y="1464287"/>
            <a:ext cx="7938916" cy="3370193"/>
          </a:xfrm>
          <a:prstGeom prst="rect">
            <a:avLst/>
          </a:prstGeom>
        </p:spPr>
      </p:pic>
      <p:pic>
        <p:nvPicPr>
          <p:cNvPr id="6" name="Picture 6" descr="Graphical user interface, text&#10;&#10;Description automatically generated">
            <a:extLst>
              <a:ext uri="{FF2B5EF4-FFF2-40B4-BE49-F238E27FC236}">
                <a16:creationId xmlns:a16="http://schemas.microsoft.com/office/drawing/2014/main" id="{975A4640-61A5-E1B5-CBDC-C7CA5F47ED25}"/>
              </a:ext>
            </a:extLst>
          </p:cNvPr>
          <p:cNvPicPr>
            <a:picLocks noChangeAspect="1"/>
          </p:cNvPicPr>
          <p:nvPr/>
        </p:nvPicPr>
        <p:blipFill>
          <a:blip r:embed="rId4"/>
          <a:stretch>
            <a:fillRect/>
          </a:stretch>
        </p:blipFill>
        <p:spPr>
          <a:xfrm>
            <a:off x="1863604" y="5396616"/>
            <a:ext cx="7938916" cy="793748"/>
          </a:xfrm>
          <a:prstGeom prst="rect">
            <a:avLst/>
          </a:prstGeom>
        </p:spPr>
      </p:pic>
      <p:sp>
        <p:nvSpPr>
          <p:cNvPr id="7" name="Rectangle 6">
            <a:extLst>
              <a:ext uri="{FF2B5EF4-FFF2-40B4-BE49-F238E27FC236}">
                <a16:creationId xmlns:a16="http://schemas.microsoft.com/office/drawing/2014/main" id="{F0F92A47-3B89-3CE8-3BC4-B08D5E83F74A}"/>
              </a:ext>
            </a:extLst>
          </p:cNvPr>
          <p:cNvSpPr/>
          <p:nvPr/>
        </p:nvSpPr>
        <p:spPr>
          <a:xfrm>
            <a:off x="605805" y="4970920"/>
            <a:ext cx="4464496" cy="400110"/>
          </a:xfrm>
          <a:prstGeom prst="rect">
            <a:avLst/>
          </a:prstGeom>
        </p:spPr>
        <p:txBody>
          <a:bodyPr wrap="square" lIns="91440" tIns="45720" rIns="91440" bIns="45720" anchor="t">
            <a:spAutoFit/>
          </a:bodyPr>
          <a:lstStyle/>
          <a:p>
            <a:r>
              <a:rPr lang="en-US" sz="2000" b="1">
                <a:solidFill>
                  <a:srgbClr val="374151"/>
                </a:solidFill>
                <a:ea typeface="+mn-lt"/>
                <a:cs typeface="+mn-lt"/>
              </a:rPr>
              <a:t>Average accuracy</a:t>
            </a:r>
            <a:endParaRPr lang="en-US" sz="2000" b="1">
              <a:cs typeface="Calibri"/>
            </a:endParaRPr>
          </a:p>
        </p:txBody>
      </p:sp>
    </p:spTree>
    <p:extLst>
      <p:ext uri="{BB962C8B-B14F-4D97-AF65-F5344CB8AC3E}">
        <p14:creationId xmlns:p14="http://schemas.microsoft.com/office/powerpoint/2010/main" val="2891306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441" y="274639"/>
            <a:ext cx="10969943" cy="711081"/>
          </a:xfrm>
        </p:spPr>
        <p:txBody>
          <a:bodyPr/>
          <a:lstStyle/>
          <a:p>
            <a:pPr algn="ctr"/>
            <a:r>
              <a:rPr lang="en-IN" b="1" dirty="0">
                <a:solidFill>
                  <a:schemeClr val="tx1">
                    <a:lumMod val="75000"/>
                    <a:lumOff val="25000"/>
                  </a:schemeClr>
                </a:solidFill>
                <a:latin typeface="Open Sans" pitchFamily="34" charset="0"/>
                <a:ea typeface="Open Sans" pitchFamily="34" charset="0"/>
                <a:cs typeface="Open Sans" pitchFamily="34" charset="0"/>
              </a:rPr>
              <a:t>Results </a:t>
            </a:r>
            <a:r>
              <a:rPr lang="en-IN" b="1" dirty="0">
                <a:solidFill>
                  <a:schemeClr val="accent4"/>
                </a:solidFill>
                <a:latin typeface="Open Sans" pitchFamily="34" charset="0"/>
                <a:ea typeface="Open Sans" pitchFamily="34" charset="0"/>
                <a:cs typeface="Open Sans" pitchFamily="34" charset="0"/>
              </a:rPr>
              <a:t>Summary</a:t>
            </a:r>
          </a:p>
        </p:txBody>
      </p:sp>
      <p:sp>
        <p:nvSpPr>
          <p:cNvPr id="23" name="Slide Number Placeholder 22"/>
          <p:cNvSpPr>
            <a:spLocks noGrp="1"/>
          </p:cNvSpPr>
          <p:nvPr>
            <p:ph type="sldNum" sz="quarter" idx="12"/>
          </p:nvPr>
        </p:nvSpPr>
        <p:spPr/>
        <p:txBody>
          <a:bodyPr/>
          <a:lstStyle/>
          <a:p>
            <a:fld id="{96E69268-9C8B-4EBF-A9EE-DC5DC2D48DC3}" type="slidenum">
              <a:rPr lang="en-US" smtClean="0"/>
              <a:t>13</a:t>
            </a:fld>
            <a:endParaRPr lang="en-US"/>
          </a:p>
        </p:txBody>
      </p:sp>
      <p:graphicFrame>
        <p:nvGraphicFramePr>
          <p:cNvPr id="6" name="Chart 5"/>
          <p:cNvGraphicFramePr/>
          <p:nvPr>
            <p:extLst>
              <p:ext uri="{D42A27DB-BD31-4B8C-83A1-F6EECF244321}">
                <p14:modId xmlns:p14="http://schemas.microsoft.com/office/powerpoint/2010/main" val="2397085121"/>
              </p:ext>
            </p:extLst>
          </p:nvPr>
        </p:nvGraphicFramePr>
        <p:xfrm>
          <a:off x="3676261" y="1772816"/>
          <a:ext cx="3872204" cy="2060556"/>
        </p:xfrm>
        <a:graphic>
          <a:graphicData uri="http://schemas.openxmlformats.org/drawingml/2006/chart">
            <c:chart xmlns:c="http://schemas.openxmlformats.org/drawingml/2006/chart" xmlns:r="http://schemas.openxmlformats.org/officeDocument/2006/relationships" r:id="rId3"/>
          </a:graphicData>
        </a:graphic>
      </p:graphicFrame>
      <p:sp>
        <p:nvSpPr>
          <p:cNvPr id="16" name="Rectangle 15"/>
          <p:cNvSpPr/>
          <p:nvPr/>
        </p:nvSpPr>
        <p:spPr>
          <a:xfrm>
            <a:off x="1416132" y="4204969"/>
            <a:ext cx="9314072" cy="830997"/>
          </a:xfrm>
          <a:prstGeom prst="rect">
            <a:avLst/>
          </a:prstGeom>
        </p:spPr>
        <p:txBody>
          <a:bodyPr wrap="square">
            <a:spAutoFit/>
          </a:bodyPr>
          <a:lstStyle/>
          <a:p>
            <a:pPr fontAlgn="base"/>
            <a:r>
              <a:rPr lang="en-US" sz="1600" dirty="0">
                <a:solidFill>
                  <a:schemeClr val="tx1">
                    <a:lumMod val="65000"/>
                    <a:lumOff val="35000"/>
                  </a:schemeClr>
                </a:solidFill>
                <a:latin typeface="Open Sans" pitchFamily="34" charset="0"/>
                <a:cs typeface="Arial" panose="020B0604020202020204" pitchFamily="34" charset="0"/>
              </a:rPr>
              <a:t>This is the average accuracy we got from our model. An average accuracy of 0.67% in osteoarthritis detection indicates that the model's performance is better than random guessing but may still have room for improvement.</a:t>
            </a:r>
            <a:endParaRPr lang="en-IN" sz="1600"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19" name="Oval 18"/>
          <p:cNvSpPr/>
          <p:nvPr/>
        </p:nvSpPr>
        <p:spPr>
          <a:xfrm>
            <a:off x="6352622" y="2314255"/>
            <a:ext cx="1464905" cy="1268700"/>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IN" dirty="0"/>
              <a:t>0.67%</a:t>
            </a:r>
          </a:p>
        </p:txBody>
      </p:sp>
      <p:sp>
        <p:nvSpPr>
          <p:cNvPr id="20" name="TextBox 19"/>
          <p:cNvSpPr txBox="1"/>
          <p:nvPr/>
        </p:nvSpPr>
        <p:spPr>
          <a:xfrm>
            <a:off x="4581331" y="2439593"/>
            <a:ext cx="2295330" cy="646331"/>
          </a:xfrm>
          <a:prstGeom prst="rect">
            <a:avLst/>
          </a:prstGeom>
          <a:noFill/>
        </p:spPr>
        <p:txBody>
          <a:bodyPr wrap="square" rtlCol="0" anchor="ctr">
            <a:spAutoFit/>
          </a:bodyPr>
          <a:lstStyle/>
          <a:p>
            <a:pPr algn="ctr"/>
            <a:r>
              <a:rPr lang="en-IN" sz="3600" b="1" dirty="0">
                <a:solidFill>
                  <a:schemeClr val="accent2"/>
                </a:solidFill>
              </a:rPr>
              <a:t>01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BEBA8EAE-BF5A-486C-A8C5-ECC9F3942E4B}">
                <a14:imgProps xmlns:a14="http://schemas.microsoft.com/office/drawing/2010/main">
                  <a14:imgLayer r:embed="rId4">
                    <a14:imgEffect>
                      <a14:brightnessContrast bright="-40000" contrast="20000"/>
                    </a14:imgEffect>
                    <a14:imgEffect>
                      <a14:saturation sat="0"/>
                    </a14:imgEffect>
                  </a14:imgLayer>
                </a14:imgProps>
              </a:ext>
            </a:extLst>
          </a:blip>
          <a:srcRect/>
          <a:stretch>
            <a:fillRect l="-17000" t="-14000" r="-6000" b="-21000"/>
          </a:stretch>
        </a:blipFill>
        <a:effectLst/>
      </p:bgPr>
    </p:bg>
    <p:spTree>
      <p:nvGrpSpPr>
        <p:cNvPr id="1" name=""/>
        <p:cNvGrpSpPr/>
        <p:nvPr/>
      </p:nvGrpSpPr>
      <p:grpSpPr>
        <a:xfrm>
          <a:off x="0" y="0"/>
          <a:ext cx="0" cy="0"/>
          <a:chOff x="0" y="0"/>
          <a:chExt cx="0" cy="0"/>
        </a:xfrm>
      </p:grpSpPr>
      <p:sp>
        <p:nvSpPr>
          <p:cNvPr id="31" name="Rectangle 30"/>
          <p:cNvSpPr/>
          <p:nvPr/>
        </p:nvSpPr>
        <p:spPr>
          <a:xfrm>
            <a:off x="0" y="27384"/>
            <a:ext cx="12188825" cy="6858000"/>
          </a:xfrm>
          <a:prstGeom prst="rect">
            <a:avLst/>
          </a:prstGeom>
          <a:solidFill>
            <a:schemeClr val="accent2">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itle 3"/>
          <p:cNvSpPr>
            <a:spLocks noGrp="1"/>
          </p:cNvSpPr>
          <p:nvPr>
            <p:ph type="title"/>
          </p:nvPr>
        </p:nvSpPr>
        <p:spPr/>
        <p:txBody>
          <a:bodyPr/>
          <a:lstStyle/>
          <a:p>
            <a:pPr algn="ctr"/>
            <a:r>
              <a:rPr lang="en-IN" b="1">
                <a:solidFill>
                  <a:schemeClr val="bg1"/>
                </a:solidFill>
                <a:latin typeface="Open Sans" pitchFamily="34" charset="0"/>
                <a:ea typeface="Open Sans" pitchFamily="34" charset="0"/>
                <a:cs typeface="Open Sans" pitchFamily="34" charset="0"/>
              </a:rPr>
              <a:t>Discussion</a:t>
            </a:r>
            <a:endParaRPr lang="en-IN" b="1"/>
          </a:p>
        </p:txBody>
      </p:sp>
      <p:sp>
        <p:nvSpPr>
          <p:cNvPr id="38" name="Oval 37"/>
          <p:cNvSpPr/>
          <p:nvPr/>
        </p:nvSpPr>
        <p:spPr>
          <a:xfrm>
            <a:off x="1561518" y="1916832"/>
            <a:ext cx="1834703" cy="1938021"/>
          </a:xfrm>
          <a:prstGeom prst="ellipse">
            <a:avLst/>
          </a:prstGeom>
          <a:solidFill>
            <a:schemeClr val="accent2"/>
          </a:solidFill>
          <a:ln w="1270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5400">
                <a:latin typeface="Open Sans" pitchFamily="34" charset="0"/>
                <a:ea typeface="Open Sans" pitchFamily="34" charset="0"/>
                <a:cs typeface="Open Sans" pitchFamily="34" charset="0"/>
              </a:rPr>
              <a:t>01</a:t>
            </a:r>
          </a:p>
        </p:txBody>
      </p:sp>
      <p:sp>
        <p:nvSpPr>
          <p:cNvPr id="46" name="Rectangle 45"/>
          <p:cNvSpPr/>
          <p:nvPr/>
        </p:nvSpPr>
        <p:spPr>
          <a:xfrm>
            <a:off x="1110718" y="4726934"/>
            <a:ext cx="2736304" cy="1815882"/>
          </a:xfrm>
          <a:prstGeom prst="rect">
            <a:avLst/>
          </a:prstGeom>
        </p:spPr>
        <p:txBody>
          <a:bodyPr wrap="square">
            <a:spAutoFit/>
          </a:bodyPr>
          <a:lstStyle/>
          <a:p>
            <a:pPr algn="ctr" fontAlgn="base"/>
            <a:r>
              <a:rPr lang="en-US" sz="1600">
                <a:solidFill>
                  <a:schemeClr val="bg1"/>
                </a:solidFill>
                <a:latin typeface="Arial" panose="020B0604020202020204" pitchFamily="34" charset="0"/>
                <a:cs typeface="Arial" panose="020B0604020202020204" pitchFamily="34" charset="0"/>
              </a:rPr>
              <a:t>The performance of machine learning models for osteoarthritis detection has been evaluated using various metrics, including accuracy, precision, recall, and F1 score. </a:t>
            </a:r>
            <a:endParaRPr lang="en-IN" sz="1600">
              <a:solidFill>
                <a:schemeClr val="bg1"/>
              </a:solidFill>
              <a:latin typeface="Arial" panose="020B0604020202020204" pitchFamily="34" charset="0"/>
              <a:cs typeface="Arial" panose="020B0604020202020204" pitchFamily="34" charset="0"/>
            </a:endParaRPr>
          </a:p>
        </p:txBody>
      </p:sp>
      <p:sp>
        <p:nvSpPr>
          <p:cNvPr id="49" name="Rectangle 48"/>
          <p:cNvSpPr/>
          <p:nvPr/>
        </p:nvSpPr>
        <p:spPr>
          <a:xfrm>
            <a:off x="1203685" y="3831858"/>
            <a:ext cx="2514458" cy="954107"/>
          </a:xfrm>
          <a:prstGeom prst="rect">
            <a:avLst/>
          </a:prstGeom>
        </p:spPr>
        <p:txBody>
          <a:bodyPr wrap="square" anchor="b">
            <a:spAutoFit/>
          </a:bodyPr>
          <a:lstStyle/>
          <a:p>
            <a:pPr algn="ctr" fontAlgn="base"/>
            <a:r>
              <a:rPr lang="en-IN" sz="2800">
                <a:solidFill>
                  <a:schemeClr val="bg1"/>
                </a:solidFill>
                <a:latin typeface="Open Sans" pitchFamily="34" charset="0"/>
                <a:cs typeface="Arial" panose="020B0604020202020204" pitchFamily="34" charset="0"/>
              </a:rPr>
              <a:t>Performance evaluation</a:t>
            </a:r>
            <a:endParaRPr lang="en-IN" sz="2800">
              <a:solidFill>
                <a:schemeClr val="bg1"/>
              </a:solidFill>
              <a:latin typeface="Arial" panose="020B0604020202020204" pitchFamily="34" charset="0"/>
              <a:cs typeface="Arial" panose="020B0604020202020204" pitchFamily="34" charset="0"/>
            </a:endParaRPr>
          </a:p>
        </p:txBody>
      </p:sp>
      <p:sp>
        <p:nvSpPr>
          <p:cNvPr id="44" name="Oval 43"/>
          <p:cNvSpPr/>
          <p:nvPr/>
        </p:nvSpPr>
        <p:spPr>
          <a:xfrm>
            <a:off x="5177060" y="2020149"/>
            <a:ext cx="1834704" cy="1834704"/>
          </a:xfrm>
          <a:prstGeom prst="ellipse">
            <a:avLst/>
          </a:prstGeom>
          <a:solidFill>
            <a:schemeClr val="accent3"/>
          </a:solidFill>
          <a:ln w="1270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5400">
                <a:latin typeface="Open Sans" pitchFamily="34" charset="0"/>
                <a:ea typeface="Open Sans" pitchFamily="34" charset="0"/>
                <a:cs typeface="Open Sans" pitchFamily="34" charset="0"/>
              </a:rPr>
              <a:t>02</a:t>
            </a:r>
          </a:p>
        </p:txBody>
      </p:sp>
      <p:sp>
        <p:nvSpPr>
          <p:cNvPr id="47" name="Rectangle 46"/>
          <p:cNvSpPr/>
          <p:nvPr/>
        </p:nvSpPr>
        <p:spPr>
          <a:xfrm>
            <a:off x="4726260" y="4726934"/>
            <a:ext cx="2736304" cy="2062103"/>
          </a:xfrm>
          <a:prstGeom prst="rect">
            <a:avLst/>
          </a:prstGeom>
        </p:spPr>
        <p:txBody>
          <a:bodyPr wrap="square">
            <a:spAutoFit/>
          </a:bodyPr>
          <a:lstStyle/>
          <a:p>
            <a:pPr algn="ctr" fontAlgn="base"/>
            <a:r>
              <a:rPr lang="en-US" sz="1600">
                <a:solidFill>
                  <a:schemeClr val="bg1"/>
                </a:solidFill>
                <a:latin typeface="Open Sans" pitchFamily="34" charset="0"/>
                <a:ea typeface="Open Sans" pitchFamily="34" charset="0"/>
                <a:cs typeface="Open Sans" pitchFamily="34" charset="0"/>
              </a:rPr>
              <a:t>The availability of data is a critical factor in osteoarthritis detection. The accuracy of machine learning models for osteoarthritis detection depends on the availability of high-quality data</a:t>
            </a:r>
            <a:endParaRPr lang="en-IN" sz="1600">
              <a:solidFill>
                <a:schemeClr val="bg1"/>
              </a:solidFill>
              <a:latin typeface="Arial" panose="020B0604020202020204" pitchFamily="34" charset="0"/>
              <a:cs typeface="Arial" panose="020B0604020202020204" pitchFamily="34" charset="0"/>
            </a:endParaRPr>
          </a:p>
        </p:txBody>
      </p:sp>
      <p:sp>
        <p:nvSpPr>
          <p:cNvPr id="50" name="Rectangle 49"/>
          <p:cNvSpPr/>
          <p:nvPr/>
        </p:nvSpPr>
        <p:spPr>
          <a:xfrm>
            <a:off x="4726260" y="4253017"/>
            <a:ext cx="2736304" cy="523220"/>
          </a:xfrm>
          <a:prstGeom prst="rect">
            <a:avLst/>
          </a:prstGeom>
        </p:spPr>
        <p:txBody>
          <a:bodyPr wrap="square" anchor="b">
            <a:spAutoFit/>
          </a:bodyPr>
          <a:lstStyle/>
          <a:p>
            <a:pPr algn="ctr" fontAlgn="base"/>
            <a:r>
              <a:rPr lang="en-IN" sz="2800">
                <a:solidFill>
                  <a:schemeClr val="bg1"/>
                </a:solidFill>
                <a:latin typeface="Open Sans" pitchFamily="34" charset="0"/>
                <a:cs typeface="Arial" panose="020B0604020202020204" pitchFamily="34" charset="0"/>
              </a:rPr>
              <a:t>Data availability</a:t>
            </a:r>
            <a:endParaRPr lang="en-IN" sz="2800">
              <a:solidFill>
                <a:schemeClr val="bg1"/>
              </a:solidFill>
              <a:latin typeface="Arial" panose="020B0604020202020204" pitchFamily="34" charset="0"/>
              <a:cs typeface="Arial" panose="020B0604020202020204" pitchFamily="34" charset="0"/>
            </a:endParaRPr>
          </a:p>
        </p:txBody>
      </p:sp>
      <p:sp>
        <p:nvSpPr>
          <p:cNvPr id="45" name="Oval 44"/>
          <p:cNvSpPr/>
          <p:nvPr/>
        </p:nvSpPr>
        <p:spPr>
          <a:xfrm>
            <a:off x="8792602" y="2020149"/>
            <a:ext cx="1834704" cy="1834704"/>
          </a:xfrm>
          <a:prstGeom prst="ellipse">
            <a:avLst/>
          </a:prstGeom>
          <a:solidFill>
            <a:schemeClr val="accent4"/>
          </a:solidFill>
          <a:ln w="1270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5400">
                <a:latin typeface="Open Sans" pitchFamily="34" charset="0"/>
                <a:ea typeface="Open Sans" pitchFamily="34" charset="0"/>
                <a:cs typeface="Open Sans" pitchFamily="34" charset="0"/>
              </a:rPr>
              <a:t>03</a:t>
            </a:r>
          </a:p>
        </p:txBody>
      </p:sp>
      <p:sp>
        <p:nvSpPr>
          <p:cNvPr id="48" name="Rectangle 47"/>
          <p:cNvSpPr/>
          <p:nvPr/>
        </p:nvSpPr>
        <p:spPr>
          <a:xfrm>
            <a:off x="8182650" y="4509120"/>
            <a:ext cx="2895456" cy="2308324"/>
          </a:xfrm>
          <a:prstGeom prst="rect">
            <a:avLst/>
          </a:prstGeom>
        </p:spPr>
        <p:txBody>
          <a:bodyPr wrap="square">
            <a:spAutoFit/>
          </a:bodyPr>
          <a:lstStyle/>
          <a:p>
            <a:pPr algn="ctr" fontAlgn="base"/>
            <a:r>
              <a:rPr lang="en-US" sz="1600">
                <a:solidFill>
                  <a:schemeClr val="bg1"/>
                </a:solidFill>
                <a:latin typeface="Open Sans" pitchFamily="34" charset="0"/>
                <a:ea typeface="Open Sans" pitchFamily="34" charset="0"/>
                <a:cs typeface="Open Sans" pitchFamily="34" charset="0"/>
              </a:rPr>
              <a:t>The generalizability of machine learning models for osteoarthritis detection is essential. Machine learning models developed and evaluated in a specific population may not generalize well to other populations</a:t>
            </a:r>
            <a:endParaRPr lang="en-IN" sz="1600">
              <a:solidFill>
                <a:schemeClr val="bg1"/>
              </a:solidFill>
              <a:latin typeface="Arial" panose="020B0604020202020204" pitchFamily="34" charset="0"/>
              <a:cs typeface="Arial" panose="020B0604020202020204" pitchFamily="34" charset="0"/>
            </a:endParaRPr>
          </a:p>
        </p:txBody>
      </p:sp>
      <p:sp>
        <p:nvSpPr>
          <p:cNvPr id="51" name="Rectangle 50"/>
          <p:cNvSpPr/>
          <p:nvPr/>
        </p:nvSpPr>
        <p:spPr>
          <a:xfrm>
            <a:off x="8341802" y="4105850"/>
            <a:ext cx="2736304" cy="523220"/>
          </a:xfrm>
          <a:prstGeom prst="rect">
            <a:avLst/>
          </a:prstGeom>
        </p:spPr>
        <p:txBody>
          <a:bodyPr wrap="square" anchor="b">
            <a:spAutoFit/>
          </a:bodyPr>
          <a:lstStyle/>
          <a:p>
            <a:pPr algn="ctr" fontAlgn="base"/>
            <a:r>
              <a:rPr lang="en-IN" sz="2800">
                <a:solidFill>
                  <a:schemeClr val="bg1"/>
                </a:solidFill>
                <a:latin typeface="Open Sans" pitchFamily="34" charset="0"/>
                <a:cs typeface="Arial" panose="020B0604020202020204" pitchFamily="34" charset="0"/>
              </a:rPr>
              <a:t>Generalizability</a:t>
            </a:r>
            <a:endParaRPr lang="en-IN" sz="2800">
              <a:solidFill>
                <a:schemeClr val="bg1"/>
              </a:solidFill>
              <a:latin typeface="Arial" panose="020B0604020202020204" pitchFamily="34" charset="0"/>
              <a:cs typeface="Arial" panose="020B0604020202020204" pitchFamily="34" charset="0"/>
            </a:endParaRPr>
          </a:p>
        </p:txBody>
      </p:sp>
      <p:cxnSp>
        <p:nvCxnSpPr>
          <p:cNvPr id="53" name="Straight Connector 52"/>
          <p:cNvCxnSpPr/>
          <p:nvPr/>
        </p:nvCxnSpPr>
        <p:spPr>
          <a:xfrm>
            <a:off x="4286641" y="1664804"/>
            <a:ext cx="0" cy="4248472"/>
          </a:xfrm>
          <a:prstGeom prst="line">
            <a:avLst/>
          </a:prstGeom>
          <a:ln>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7902183" y="1664804"/>
            <a:ext cx="0" cy="4248472"/>
          </a:xfrm>
          <a:prstGeom prst="line">
            <a:avLst/>
          </a:prstGeom>
          <a:ln>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0"/>
            <a:ext cx="12188825" cy="6858000"/>
          </a:xfrm>
          <a:prstGeom prst="rect">
            <a:avLst/>
          </a:prstGeom>
          <a:solidFill>
            <a:schemeClr val="accent2">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itle 2"/>
          <p:cNvSpPr>
            <a:spLocks noGrp="1"/>
          </p:cNvSpPr>
          <p:nvPr>
            <p:ph type="title"/>
          </p:nvPr>
        </p:nvSpPr>
        <p:spPr/>
        <p:txBody>
          <a:bodyPr/>
          <a:lstStyle/>
          <a:p>
            <a:pPr algn="ctr"/>
            <a:r>
              <a:rPr lang="en-IN" b="1">
                <a:solidFill>
                  <a:schemeClr val="bg1"/>
                </a:solidFill>
                <a:latin typeface="Open Sans" pitchFamily="34" charset="0"/>
                <a:ea typeface="Open Sans" pitchFamily="34" charset="0"/>
                <a:cs typeface="Open Sans" pitchFamily="34" charset="0"/>
              </a:rPr>
              <a:t>Limitations</a:t>
            </a:r>
          </a:p>
        </p:txBody>
      </p:sp>
      <p:sp>
        <p:nvSpPr>
          <p:cNvPr id="20" name="Rectangle 19"/>
          <p:cNvSpPr/>
          <p:nvPr/>
        </p:nvSpPr>
        <p:spPr>
          <a:xfrm>
            <a:off x="1552908" y="1628800"/>
            <a:ext cx="9083008" cy="2062103"/>
          </a:xfrm>
          <a:prstGeom prst="rect">
            <a:avLst/>
          </a:prstGeom>
        </p:spPr>
        <p:txBody>
          <a:bodyPr wrap="square">
            <a:spAutoFit/>
          </a:bodyPr>
          <a:lstStyle/>
          <a:p>
            <a:pPr fontAlgn="base"/>
            <a:r>
              <a:rPr lang="en-US" sz="1600">
                <a:solidFill>
                  <a:schemeClr val="bg1"/>
                </a:solidFill>
                <a:latin typeface="Open Sans" pitchFamily="34" charset="0"/>
                <a:ea typeface="Open Sans" pitchFamily="34" charset="0"/>
                <a:cs typeface="Open Sans" pitchFamily="34" charset="0"/>
              </a:rPr>
              <a:t>Data quality: The accuracy of machine learning models for osteoarthritis detection depends on the availability of high-quality data. Poor-quality data, including missing or inaccurate data, can affect the performance of the models.</a:t>
            </a:r>
          </a:p>
          <a:p>
            <a:pPr algn="ctr" fontAlgn="base"/>
            <a:endParaRPr lang="en-US" sz="1600">
              <a:solidFill>
                <a:schemeClr val="bg1"/>
              </a:solidFill>
              <a:latin typeface="Open Sans" pitchFamily="34" charset="0"/>
              <a:ea typeface="Open Sans" pitchFamily="34" charset="0"/>
              <a:cs typeface="Open Sans" pitchFamily="34" charset="0"/>
            </a:endParaRPr>
          </a:p>
          <a:p>
            <a:pPr fontAlgn="base"/>
            <a:r>
              <a:rPr lang="en-US" sz="1600">
                <a:solidFill>
                  <a:schemeClr val="bg1"/>
                </a:solidFill>
                <a:latin typeface="Open Sans" pitchFamily="34" charset="0"/>
                <a:ea typeface="Open Sans" pitchFamily="34" charset="0"/>
                <a:cs typeface="Open Sans" pitchFamily="34" charset="0"/>
              </a:rPr>
              <a:t>Limited feature selection: The selection of features for machine learning models for osteoarthritis detection is critical. However, the availability of relevant features is limited, which can affect the performance of the models.</a:t>
            </a:r>
          </a:p>
          <a:p>
            <a:pPr algn="ctr" fontAlgn="base"/>
            <a:endParaRPr lang="en-IN" sz="1600">
              <a:solidFill>
                <a:schemeClr val="bg1"/>
              </a:solidFill>
              <a:latin typeface="Open Sans" pitchFamily="34" charset="0"/>
              <a:ea typeface="Open Sans" pitchFamily="34" charset="0"/>
              <a:cs typeface="Open Sans" pitchFamily="34" charset="0"/>
            </a:endParaRPr>
          </a:p>
        </p:txBody>
      </p:sp>
    </p:spTree>
    <p:extLst>
      <p:ext uri="{BB962C8B-B14F-4D97-AF65-F5344CB8AC3E}">
        <p14:creationId xmlns:p14="http://schemas.microsoft.com/office/powerpoint/2010/main" val="24085824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extLst>
              <a:ext uri="{BEBA8EAE-BF5A-486C-A8C5-ECC9F3942E4B}">
                <a14:imgProps xmlns:a14="http://schemas.microsoft.com/office/drawing/2010/main">
                  <a14:imgLayer r:embed="rId4">
                    <a14:imgEffect>
                      <a14:brightnessContrast bright="-40000" contrast="4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17" name="Rectangle 16"/>
          <p:cNvSpPr/>
          <p:nvPr/>
        </p:nvSpPr>
        <p:spPr>
          <a:xfrm>
            <a:off x="0" y="0"/>
            <a:ext cx="12188825" cy="6858000"/>
          </a:xfrm>
          <a:prstGeom prst="rect">
            <a:avLst/>
          </a:prstGeom>
          <a:solidFill>
            <a:schemeClr val="accent2">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itle 2"/>
          <p:cNvSpPr>
            <a:spLocks noGrp="1"/>
          </p:cNvSpPr>
          <p:nvPr>
            <p:ph type="title"/>
          </p:nvPr>
        </p:nvSpPr>
        <p:spPr/>
        <p:txBody>
          <a:bodyPr/>
          <a:lstStyle/>
          <a:p>
            <a:pPr algn="ctr"/>
            <a:r>
              <a:rPr lang="en-IN" b="1">
                <a:solidFill>
                  <a:schemeClr val="bg1"/>
                </a:solidFill>
                <a:latin typeface="Open Sans" pitchFamily="34" charset="0"/>
                <a:ea typeface="Open Sans" pitchFamily="34" charset="0"/>
                <a:cs typeface="Open Sans" pitchFamily="34" charset="0"/>
              </a:rPr>
              <a:t>Conclusions</a:t>
            </a:r>
          </a:p>
        </p:txBody>
      </p:sp>
      <p:sp>
        <p:nvSpPr>
          <p:cNvPr id="20" name="Rectangle 19"/>
          <p:cNvSpPr/>
          <p:nvPr/>
        </p:nvSpPr>
        <p:spPr>
          <a:xfrm>
            <a:off x="1552908" y="1628800"/>
            <a:ext cx="9083008" cy="3539430"/>
          </a:xfrm>
          <a:prstGeom prst="rect">
            <a:avLst/>
          </a:prstGeom>
        </p:spPr>
        <p:txBody>
          <a:bodyPr wrap="square">
            <a:spAutoFit/>
          </a:bodyPr>
          <a:lstStyle/>
          <a:p>
            <a:pPr marL="285750" indent="-285750" fontAlgn="base">
              <a:buFont typeface="Wingdings" panose="05000000000000000000" pitchFamily="2" charset="2"/>
              <a:buChar char="Ø"/>
            </a:pPr>
            <a:r>
              <a:rPr lang="en-US" sz="1600">
                <a:solidFill>
                  <a:schemeClr val="bg1"/>
                </a:solidFill>
                <a:latin typeface="Open Sans" pitchFamily="34" charset="0"/>
                <a:ea typeface="Open Sans" pitchFamily="34" charset="0"/>
                <a:cs typeface="Open Sans" pitchFamily="34" charset="0"/>
              </a:rPr>
              <a:t>Osteoarthritis detection plays a crucial role in early intervention and effective management of this degenerative joint disease.</a:t>
            </a:r>
          </a:p>
          <a:p>
            <a:pPr fontAlgn="base"/>
            <a:endParaRPr lang="en-US" sz="1600">
              <a:solidFill>
                <a:schemeClr val="bg1"/>
              </a:solidFill>
              <a:latin typeface="Open Sans" pitchFamily="34" charset="0"/>
              <a:ea typeface="Open Sans" pitchFamily="34" charset="0"/>
              <a:cs typeface="Open Sans" pitchFamily="34" charset="0"/>
            </a:endParaRPr>
          </a:p>
          <a:p>
            <a:pPr fontAlgn="base"/>
            <a:endParaRPr lang="en-US" sz="1600">
              <a:solidFill>
                <a:schemeClr val="bg1"/>
              </a:solidFill>
              <a:latin typeface="Open Sans" pitchFamily="34" charset="0"/>
              <a:ea typeface="Open Sans" pitchFamily="34" charset="0"/>
              <a:cs typeface="Open Sans" pitchFamily="34" charset="0"/>
            </a:endParaRPr>
          </a:p>
          <a:p>
            <a:pPr marL="285750" indent="-285750" fontAlgn="base">
              <a:buFont typeface="Wingdings" panose="05000000000000000000" pitchFamily="2" charset="2"/>
              <a:buChar char="Ø"/>
            </a:pPr>
            <a:r>
              <a:rPr lang="en-US" sz="1600">
                <a:solidFill>
                  <a:schemeClr val="bg1"/>
                </a:solidFill>
                <a:latin typeface="Open Sans" pitchFamily="34" charset="0"/>
                <a:ea typeface="Open Sans" pitchFamily="34" charset="0"/>
                <a:cs typeface="Open Sans" pitchFamily="34" charset="0"/>
              </a:rPr>
              <a:t>Various approaches, including imaging modalities, biomarkers, machine learning, and wearable sensors, have been explored for osteoarthritis detection.</a:t>
            </a:r>
          </a:p>
          <a:p>
            <a:pPr marL="285750" indent="-285750" fontAlgn="base">
              <a:buFont typeface="Wingdings" panose="05000000000000000000" pitchFamily="2" charset="2"/>
              <a:buChar char="Ø"/>
            </a:pPr>
            <a:endParaRPr lang="en-US" sz="1600">
              <a:solidFill>
                <a:schemeClr val="bg1"/>
              </a:solidFill>
              <a:latin typeface="Open Sans" pitchFamily="34" charset="0"/>
              <a:ea typeface="Open Sans" pitchFamily="34" charset="0"/>
              <a:cs typeface="Open Sans" pitchFamily="34" charset="0"/>
            </a:endParaRPr>
          </a:p>
          <a:p>
            <a:pPr marL="285750" indent="-285750" fontAlgn="base">
              <a:buFont typeface="Wingdings" panose="05000000000000000000" pitchFamily="2" charset="2"/>
              <a:buChar char="Ø"/>
            </a:pPr>
            <a:endParaRPr lang="en-US" sz="1600">
              <a:solidFill>
                <a:schemeClr val="bg1"/>
              </a:solidFill>
              <a:latin typeface="Open Sans" pitchFamily="34" charset="0"/>
              <a:ea typeface="Open Sans" pitchFamily="34" charset="0"/>
              <a:cs typeface="Open Sans" pitchFamily="34" charset="0"/>
            </a:endParaRPr>
          </a:p>
          <a:p>
            <a:pPr marL="285750" indent="-285750" fontAlgn="base">
              <a:buFont typeface="Wingdings" panose="05000000000000000000" pitchFamily="2" charset="2"/>
              <a:buChar char="Ø"/>
            </a:pPr>
            <a:r>
              <a:rPr lang="en-US" sz="1600">
                <a:solidFill>
                  <a:schemeClr val="bg1"/>
                </a:solidFill>
                <a:latin typeface="Open Sans" pitchFamily="34" charset="0"/>
                <a:ea typeface="Open Sans" pitchFamily="34" charset="0"/>
                <a:cs typeface="Open Sans" pitchFamily="34" charset="0"/>
              </a:rPr>
              <a:t>However, several limitations exist, such as the lack of early biomarkers, subjectivity of symptoms, imaging constraints, and overlapping symptoms with other conditions.</a:t>
            </a:r>
          </a:p>
          <a:p>
            <a:pPr marL="285750" indent="-285750" fontAlgn="base">
              <a:buFont typeface="Wingdings" panose="05000000000000000000" pitchFamily="2" charset="2"/>
              <a:buChar char="Ø"/>
            </a:pPr>
            <a:endParaRPr lang="en-US" sz="1600">
              <a:solidFill>
                <a:schemeClr val="bg1"/>
              </a:solidFill>
              <a:latin typeface="Open Sans" pitchFamily="34" charset="0"/>
              <a:ea typeface="Open Sans" pitchFamily="34" charset="0"/>
              <a:cs typeface="Open Sans" pitchFamily="34" charset="0"/>
            </a:endParaRPr>
          </a:p>
          <a:p>
            <a:pPr marL="285750" indent="-285750" fontAlgn="base">
              <a:buFont typeface="Wingdings" panose="05000000000000000000" pitchFamily="2" charset="2"/>
              <a:buChar char="Ø"/>
            </a:pPr>
            <a:endParaRPr lang="en-US" sz="1600">
              <a:solidFill>
                <a:schemeClr val="bg1"/>
              </a:solidFill>
              <a:latin typeface="Open Sans" pitchFamily="34" charset="0"/>
              <a:ea typeface="Open Sans" pitchFamily="34" charset="0"/>
              <a:cs typeface="Open Sans" pitchFamily="34" charset="0"/>
            </a:endParaRPr>
          </a:p>
          <a:p>
            <a:pPr marL="285750" indent="-285750" fontAlgn="base">
              <a:buFont typeface="Wingdings" panose="05000000000000000000" pitchFamily="2" charset="2"/>
              <a:buChar char="Ø"/>
            </a:pPr>
            <a:r>
              <a:rPr lang="en-US" sz="1600">
                <a:solidFill>
                  <a:schemeClr val="bg1"/>
                </a:solidFill>
                <a:latin typeface="Open Sans" pitchFamily="34" charset="0"/>
                <a:ea typeface="Open Sans" pitchFamily="34" charset="0"/>
                <a:cs typeface="Open Sans" pitchFamily="34" charset="0"/>
              </a:rPr>
              <a:t>Standardized diagnostic criteria and improved sensitivity and specificity of diagnostic tests are needed to enhance osteoarthritis detection accuracy.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441" y="255978"/>
            <a:ext cx="10969943" cy="711081"/>
          </a:xfrm>
        </p:spPr>
        <p:txBody>
          <a:bodyPr/>
          <a:lstStyle/>
          <a:p>
            <a:pPr algn="ctr"/>
            <a:r>
              <a:rPr lang="en-IN" b="1">
                <a:solidFill>
                  <a:schemeClr val="accent4"/>
                </a:solidFill>
                <a:latin typeface="Open Sans" pitchFamily="34" charset="0"/>
                <a:ea typeface="Open Sans" pitchFamily="34" charset="0"/>
                <a:cs typeface="Open Sans" pitchFamily="34" charset="0"/>
              </a:rPr>
              <a:t>References</a:t>
            </a:r>
          </a:p>
        </p:txBody>
      </p:sp>
      <p:sp>
        <p:nvSpPr>
          <p:cNvPr id="23" name="Slide Number Placeholder 22"/>
          <p:cNvSpPr>
            <a:spLocks noGrp="1"/>
          </p:cNvSpPr>
          <p:nvPr>
            <p:ph type="sldNum" sz="quarter" idx="12"/>
          </p:nvPr>
        </p:nvSpPr>
        <p:spPr/>
        <p:txBody>
          <a:bodyPr/>
          <a:lstStyle/>
          <a:p>
            <a:fld id="{96E69268-9C8B-4EBF-A9EE-DC5DC2D48DC3}" type="slidenum">
              <a:rPr lang="en-US" smtClean="0"/>
              <a:t>17</a:t>
            </a:fld>
            <a:endParaRPr lang="en-US"/>
          </a:p>
        </p:txBody>
      </p:sp>
      <p:sp>
        <p:nvSpPr>
          <p:cNvPr id="16" name="Rectangle 15"/>
          <p:cNvSpPr/>
          <p:nvPr/>
        </p:nvSpPr>
        <p:spPr>
          <a:xfrm>
            <a:off x="1854831" y="1495064"/>
            <a:ext cx="7962741" cy="3170740"/>
          </a:xfrm>
          <a:prstGeom prst="rect">
            <a:avLst/>
          </a:prstGeom>
        </p:spPr>
        <p:txBody>
          <a:bodyPr wrap="square" anchor="ctr">
            <a:spAutoFit/>
          </a:bodyPr>
          <a:lstStyle/>
          <a:p>
            <a:pPr fontAlgn="base">
              <a:lnSpc>
                <a:spcPct val="120000"/>
              </a:lnSpc>
            </a:pPr>
            <a:r>
              <a:rPr lang="en-IN" sz="1400">
                <a:solidFill>
                  <a:schemeClr val="accent1"/>
                </a:solidFill>
                <a:latin typeface="Open Sans" pitchFamily="34" charset="0"/>
                <a:ea typeface="Open Sans" pitchFamily="34" charset="0"/>
                <a:cs typeface="Open Sans" pitchFamily="34" charset="0"/>
              </a:rPr>
              <a:t>[1] Smith A, et al. (2022). "Early detection and intervention in osteoarthritis: a systematic review." Journal of </a:t>
            </a:r>
            <a:r>
              <a:rPr lang="en-IN" sz="1400" err="1">
                <a:solidFill>
                  <a:schemeClr val="accent1"/>
                </a:solidFill>
                <a:latin typeface="Open Sans" pitchFamily="34" charset="0"/>
                <a:ea typeface="Open Sans" pitchFamily="34" charset="0"/>
                <a:cs typeface="Open Sans" pitchFamily="34" charset="0"/>
              </a:rPr>
              <a:t>Orthopedic</a:t>
            </a:r>
            <a:r>
              <a:rPr lang="en-IN" sz="1400">
                <a:solidFill>
                  <a:schemeClr val="accent1"/>
                </a:solidFill>
                <a:latin typeface="Open Sans" pitchFamily="34" charset="0"/>
                <a:ea typeface="Open Sans" pitchFamily="34" charset="0"/>
                <a:cs typeface="Open Sans" pitchFamily="34" charset="0"/>
              </a:rPr>
              <a:t> Research.</a:t>
            </a:r>
          </a:p>
          <a:p>
            <a:pPr fontAlgn="base">
              <a:lnSpc>
                <a:spcPct val="120000"/>
              </a:lnSpc>
            </a:pPr>
            <a:endParaRPr lang="en-IN" sz="1400">
              <a:solidFill>
                <a:schemeClr val="accent1"/>
              </a:solidFill>
              <a:latin typeface="Open Sans" pitchFamily="34" charset="0"/>
              <a:ea typeface="Open Sans" pitchFamily="34" charset="0"/>
              <a:cs typeface="Open Sans" pitchFamily="34" charset="0"/>
            </a:endParaRPr>
          </a:p>
          <a:p>
            <a:pPr fontAlgn="base">
              <a:lnSpc>
                <a:spcPct val="120000"/>
              </a:lnSpc>
            </a:pPr>
            <a:r>
              <a:rPr lang="en-IN" sz="1400">
                <a:solidFill>
                  <a:schemeClr val="accent1"/>
                </a:solidFill>
                <a:latin typeface="Open Sans" pitchFamily="34" charset="0"/>
                <a:ea typeface="Open Sans" pitchFamily="34" charset="0"/>
                <a:cs typeface="Open Sans" pitchFamily="34" charset="0"/>
              </a:rPr>
              <a:t>[2] Johnson B, et al. (2021). "Machine learning approaches for osteoarthritis detection: a comparative study." Artificial Intelligence in Medicine.</a:t>
            </a:r>
          </a:p>
          <a:p>
            <a:pPr fontAlgn="base">
              <a:lnSpc>
                <a:spcPct val="120000"/>
              </a:lnSpc>
            </a:pPr>
            <a:endParaRPr lang="en-IN" sz="1400">
              <a:solidFill>
                <a:schemeClr val="accent1"/>
              </a:solidFill>
              <a:latin typeface="Open Sans" pitchFamily="34" charset="0"/>
              <a:ea typeface="Open Sans" pitchFamily="34" charset="0"/>
              <a:cs typeface="Open Sans" pitchFamily="34" charset="0"/>
            </a:endParaRPr>
          </a:p>
          <a:p>
            <a:pPr fontAlgn="base">
              <a:lnSpc>
                <a:spcPct val="120000"/>
              </a:lnSpc>
            </a:pPr>
            <a:r>
              <a:rPr lang="en-IN" sz="1400">
                <a:solidFill>
                  <a:schemeClr val="accent1"/>
                </a:solidFill>
                <a:latin typeface="Open Sans" pitchFamily="34" charset="0"/>
                <a:ea typeface="Open Sans" pitchFamily="34" charset="0"/>
                <a:cs typeface="Open Sans" pitchFamily="34" charset="0"/>
              </a:rPr>
              <a:t>[3] Zhang W, Ouyang H, </a:t>
            </a:r>
            <a:r>
              <a:rPr lang="en-IN" sz="1400" err="1">
                <a:solidFill>
                  <a:schemeClr val="accent1"/>
                </a:solidFill>
                <a:latin typeface="Open Sans" pitchFamily="34" charset="0"/>
                <a:ea typeface="Open Sans" pitchFamily="34" charset="0"/>
                <a:cs typeface="Open Sans" pitchFamily="34" charset="0"/>
              </a:rPr>
              <a:t>Dass</a:t>
            </a:r>
            <a:r>
              <a:rPr lang="en-IN" sz="1400">
                <a:solidFill>
                  <a:schemeClr val="accent1"/>
                </a:solidFill>
                <a:latin typeface="Open Sans" pitchFamily="34" charset="0"/>
                <a:ea typeface="Open Sans" pitchFamily="34" charset="0"/>
                <a:cs typeface="Open Sans" pitchFamily="34" charset="0"/>
              </a:rPr>
              <a:t> CR, Xu J. Current research on osteoarthritis treatment: Biomarkers, genetics, and therapy targets. World J </a:t>
            </a:r>
            <a:r>
              <a:rPr lang="en-IN" sz="1400" err="1">
                <a:solidFill>
                  <a:schemeClr val="accent1"/>
                </a:solidFill>
                <a:latin typeface="Open Sans" pitchFamily="34" charset="0"/>
                <a:ea typeface="Open Sans" pitchFamily="34" charset="0"/>
                <a:cs typeface="Open Sans" pitchFamily="34" charset="0"/>
              </a:rPr>
              <a:t>Orthop</a:t>
            </a:r>
            <a:r>
              <a:rPr lang="en-IN" sz="1400">
                <a:solidFill>
                  <a:schemeClr val="accent1"/>
                </a:solidFill>
                <a:latin typeface="Open Sans" pitchFamily="34" charset="0"/>
                <a:ea typeface="Open Sans" pitchFamily="34" charset="0"/>
                <a:cs typeface="Open Sans" pitchFamily="34" charset="0"/>
              </a:rPr>
              <a:t>. 2014;5(3): 354-365</a:t>
            </a:r>
          </a:p>
          <a:p>
            <a:pPr fontAlgn="base">
              <a:lnSpc>
                <a:spcPct val="120000"/>
              </a:lnSpc>
            </a:pPr>
            <a:endParaRPr lang="en-IN" sz="1400">
              <a:solidFill>
                <a:schemeClr val="accent1"/>
              </a:solidFill>
              <a:latin typeface="Open Sans" pitchFamily="34" charset="0"/>
              <a:ea typeface="Open Sans" pitchFamily="34" charset="0"/>
              <a:cs typeface="Open Sans" pitchFamily="34" charset="0"/>
            </a:endParaRPr>
          </a:p>
          <a:p>
            <a:pPr fontAlgn="base">
              <a:lnSpc>
                <a:spcPct val="120000"/>
              </a:lnSpc>
            </a:pPr>
            <a:r>
              <a:rPr lang="en-IN" sz="1400">
                <a:solidFill>
                  <a:schemeClr val="accent1"/>
                </a:solidFill>
                <a:latin typeface="Open Sans" pitchFamily="34" charset="0"/>
                <a:ea typeface="Open Sans" pitchFamily="34" charset="0"/>
                <a:cs typeface="Open Sans" pitchFamily="34" charset="0"/>
              </a:rPr>
              <a:t>[4] Roemer FW, Hunter DJ, Zhang Y, et al. MRI-based biomarkers for knee osteoarthritis: Development and validation of radiographic and clinical osteoarthritis knee score (ROAKS). Osteoarthritis Cartilage. 2015;23(8): 1097-1106</a:t>
            </a:r>
          </a:p>
        </p:txBody>
      </p:sp>
    </p:spTree>
  </p:cSld>
  <p:clrMapOvr>
    <a:masterClrMapping/>
  </p:clrMapOvr>
</p:sld>
</file>

<file path=ppt/theme/theme1.xml><?xml version="1.0" encoding="utf-8"?>
<a:theme xmlns:a="http://schemas.openxmlformats.org/drawingml/2006/main" name="Office Theme">
  <a:themeElements>
    <a:clrScheme name="Custom 13">
      <a:dk1>
        <a:sysClr val="windowText" lastClr="000000"/>
      </a:dk1>
      <a:lt1>
        <a:sysClr val="window" lastClr="FFFFFF"/>
      </a:lt1>
      <a:dk2>
        <a:srgbClr val="1F497D"/>
      </a:dk2>
      <a:lt2>
        <a:srgbClr val="EEECE1"/>
      </a:lt2>
      <a:accent1>
        <a:srgbClr val="0187C0"/>
      </a:accent1>
      <a:accent2>
        <a:srgbClr val="57687B"/>
      </a:accent2>
      <a:accent3>
        <a:srgbClr val="359CDB"/>
      </a:accent3>
      <a:accent4>
        <a:srgbClr val="F4AB17"/>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281</TotalTime>
  <Words>1142</Words>
  <Application>Microsoft Office PowerPoint</Application>
  <PresentationFormat>Custom</PresentationFormat>
  <Paragraphs>165</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Open Sans</vt:lpstr>
      <vt:lpstr>Wingdings</vt:lpstr>
      <vt:lpstr>Office Theme</vt:lpstr>
      <vt:lpstr>PowerPoint Presentation</vt:lpstr>
      <vt:lpstr>PowerPoint Presentation</vt:lpstr>
      <vt:lpstr> Outline</vt:lpstr>
      <vt:lpstr>Introduction</vt:lpstr>
      <vt:lpstr>Problem Statement</vt:lpstr>
      <vt:lpstr>PowerPoint Presentation</vt:lpstr>
      <vt:lpstr>Methodology</vt:lpstr>
      <vt:lpstr>PowerPoint Presentation</vt:lpstr>
      <vt:lpstr>Methodology</vt:lpstr>
      <vt:lpstr>Methodology</vt:lpstr>
      <vt:lpstr>Methodology</vt:lpstr>
      <vt:lpstr>Methodology</vt:lpstr>
      <vt:lpstr>Results Summary</vt:lpstr>
      <vt:lpstr>Discussion</vt:lpstr>
      <vt:lpstr>Limitations</vt:lpstr>
      <vt:lpstr>Conclusions</vt:lpstr>
      <vt:lpstr>References</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CAPM Efficient Frontier Curve for PowerPoint</dc:title>
  <dc:creator>Julian</dc:creator>
  <cp:lastModifiedBy>Md Shahadat Hossen</cp:lastModifiedBy>
  <cp:revision>4</cp:revision>
  <dcterms:created xsi:type="dcterms:W3CDTF">2013-09-12T13:05:00Z</dcterms:created>
  <dcterms:modified xsi:type="dcterms:W3CDTF">2023-05-01T21:03:54Z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3AF4A34C6A5243369805FDB03F788DB3</vt:lpwstr>
  </property>
  <property fmtid="{D5CDD505-2E9C-101B-9397-08002B2CF9AE}" pid="3" name="KSOProductBuildVer">
    <vt:lpwstr>1033-11.2.0.11537</vt:lpwstr>
  </property>
</Properties>
</file>